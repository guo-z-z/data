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B3AF9-F6D1-F488-D3A2-4C49D046C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5B1837-F9EF-CB58-E3C4-750958416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4B8C81-C8E6-E188-DD90-93AA906C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7853E-D40D-5E44-305B-0CB87FF9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43339-643D-6356-EE14-46E4FD40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41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F6C6A-CF94-09E8-AE12-854608FB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4DFD0-5A3B-0FE3-A2FB-5631BB01F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215ED-BBA6-58D4-BFCE-8F0277B5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B0615-47D2-594A-41BC-010B3EA9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0E428-36D9-AC8C-7EDC-0537845D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5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6305C-741B-0921-4256-EC983611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B70974-9A7A-2955-7EF5-0E024D24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D2E3E-B1BD-A193-B736-C3EE049E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A86BA-B635-E316-83CF-31129B78F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43E89-AC16-0FDA-E392-5921449F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2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335D3-C54A-3C49-1118-54719585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59B52-EC3C-C3C7-DBCB-E778B4462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6F59A-C0B9-68C4-F57E-5BB05CB1A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43E1DF-28C6-D822-0572-E3B6127A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973A1B-B111-87FB-8052-160F1A3F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0FEFA9-E0BC-CDB1-7261-9FA12182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34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EBE78-0335-35D8-B0C1-A6369DFD0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C9FD6E-B098-8142-2A02-C20012985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B22297-0CFA-D3C3-3402-727BB779B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2B9E06-6689-0455-C89E-DCCBF9B2A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7E362A-435A-A24E-FE6E-34F76AC3C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5B76FB-7E32-0D2F-7703-51111401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D9443A-32FD-918E-8CA8-DC98B3AC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7188F5-2A09-9CD9-F8D8-AC70BCAB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10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AC4D0-7AD1-6A47-7195-59C8DDC9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0867F0-5260-9D77-BAFA-440E3511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FD020F-B4EA-7C03-418C-7B2722AD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73B7F2-55AB-2C81-7585-038810C9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6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3B578E-C118-8F2D-BA1B-E129EA2C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E262B4-F717-A371-4D0F-2CFDED5F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9C23B-2ED2-93F2-B6FE-1C411D42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35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ADE4D-29D2-233B-F2E7-8B9C1A61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CDE622-BF4F-B24E-C991-1FE1524FD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25B4E0-0932-CBB3-EE1E-A9A8DABF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BAD73-3DCD-EC9A-D75F-E1317EE5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3BBC5F-6AB0-9CFD-2E39-DFF472F4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30EDC2-2BBF-8689-3EF0-D9F30BC7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93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EC0EC-8436-90AE-55B8-A39F11F5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23953-E39A-9584-F3E7-352F5211F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F1F023-16BB-57F6-AAA4-7C2235703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1C007-00DB-3CBE-FFFD-3D72ADA9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BE5FC-AB4F-E042-9B4C-5141136D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8E37C8-9D99-0096-E70F-03EFCA08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25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50453-6E65-8096-A41D-974202A1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7DD7E4-FD74-6D22-04A7-4E2D366DF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90E45-9078-359D-48DA-F0F49419A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FB6D7-F994-8596-5638-85EE2F3C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1DE5A-6407-F9C2-D1D0-1C9FEFF0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1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5B3B1E-612C-1E7A-E42E-CAEC443FD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B3D9D-9F82-8098-C9F3-A9AE5B15D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E593A-8931-A6B0-2B75-2F33D888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5EC0FA-0A99-F6ED-02BC-3FFF8331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4D094-84DC-E353-4006-30952021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6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18E820-E05E-02AF-8C6F-EBE6CF2B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51CE9F-627A-46A2-E267-9EC2B027D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A1083-F8CC-0FDC-21C2-BF0546897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CF102-1BBE-45F0-82BC-E3FD938662C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001B3B-0D9D-563F-09B4-5A20DFDE7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C712B5-6FE8-FD8B-AB6F-9CE49957B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17A29-F71B-40FA-AB1E-54C96DA4E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71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7471D0-16AF-4CF2-C986-74A94D875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85384"/>
              </p:ext>
            </p:extLst>
          </p:nvPr>
        </p:nvGraphicFramePr>
        <p:xfrm>
          <a:off x="431180" y="780584"/>
          <a:ext cx="11270166" cy="5307982"/>
        </p:xfrm>
        <a:graphic>
          <a:graphicData uri="http://schemas.openxmlformats.org/drawingml/2006/table">
            <a:tbl>
              <a:tblPr/>
              <a:tblGrid>
                <a:gridCol w="405945">
                  <a:extLst>
                    <a:ext uri="{9D8B030D-6E8A-4147-A177-3AD203B41FA5}">
                      <a16:colId xmlns:a16="http://schemas.microsoft.com/office/drawing/2014/main" val="4203168791"/>
                    </a:ext>
                  </a:extLst>
                </a:gridCol>
                <a:gridCol w="1314165">
                  <a:extLst>
                    <a:ext uri="{9D8B030D-6E8A-4147-A177-3AD203B41FA5}">
                      <a16:colId xmlns:a16="http://schemas.microsoft.com/office/drawing/2014/main" val="2308640831"/>
                    </a:ext>
                  </a:extLst>
                </a:gridCol>
                <a:gridCol w="603338">
                  <a:extLst>
                    <a:ext uri="{9D8B030D-6E8A-4147-A177-3AD203B41FA5}">
                      <a16:colId xmlns:a16="http://schemas.microsoft.com/office/drawing/2014/main" val="2964912451"/>
                    </a:ext>
                  </a:extLst>
                </a:gridCol>
                <a:gridCol w="1536480">
                  <a:extLst>
                    <a:ext uri="{9D8B030D-6E8A-4147-A177-3AD203B41FA5}">
                      <a16:colId xmlns:a16="http://schemas.microsoft.com/office/drawing/2014/main" val="2802259500"/>
                    </a:ext>
                  </a:extLst>
                </a:gridCol>
                <a:gridCol w="1692588">
                  <a:extLst>
                    <a:ext uri="{9D8B030D-6E8A-4147-A177-3AD203B41FA5}">
                      <a16:colId xmlns:a16="http://schemas.microsoft.com/office/drawing/2014/main" val="3754946416"/>
                    </a:ext>
                  </a:extLst>
                </a:gridCol>
                <a:gridCol w="1596263">
                  <a:extLst>
                    <a:ext uri="{9D8B030D-6E8A-4147-A177-3AD203B41FA5}">
                      <a16:colId xmlns:a16="http://schemas.microsoft.com/office/drawing/2014/main" val="1359263567"/>
                    </a:ext>
                  </a:extLst>
                </a:gridCol>
                <a:gridCol w="1479296">
                  <a:extLst>
                    <a:ext uri="{9D8B030D-6E8A-4147-A177-3AD203B41FA5}">
                      <a16:colId xmlns:a16="http://schemas.microsoft.com/office/drawing/2014/main" val="2879598789"/>
                    </a:ext>
                  </a:extLst>
                </a:gridCol>
                <a:gridCol w="1479296">
                  <a:extLst>
                    <a:ext uri="{9D8B030D-6E8A-4147-A177-3AD203B41FA5}">
                      <a16:colId xmlns:a16="http://schemas.microsoft.com/office/drawing/2014/main" val="885050994"/>
                    </a:ext>
                  </a:extLst>
                </a:gridCol>
                <a:gridCol w="1162795">
                  <a:extLst>
                    <a:ext uri="{9D8B030D-6E8A-4147-A177-3AD203B41FA5}">
                      <a16:colId xmlns:a16="http://schemas.microsoft.com/office/drawing/2014/main" val="3950404978"/>
                    </a:ext>
                  </a:extLst>
                </a:gridCol>
              </a:tblGrid>
              <a:tr h="3579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据点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分类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报告者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下半年工作目标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重点工作（计划）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完成状况（实际）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课题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对策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其他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866778"/>
                  </a:ext>
                </a:extLst>
              </a:tr>
              <a:tr h="99001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北京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日语培训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李娟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055031"/>
                  </a:ext>
                </a:extLst>
              </a:tr>
              <a:tr h="990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技术培训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高婷婷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72877"/>
                  </a:ext>
                </a:extLst>
              </a:tr>
              <a:tr h="990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新人育成（导师制）</a:t>
                      </a:r>
                      <a:r>
                        <a:rPr lang="en-US" alt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赴日转勤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高婷婷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116515"/>
                  </a:ext>
                </a:extLst>
              </a:tr>
              <a:tr h="990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个人成长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高婷婷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759281"/>
                  </a:ext>
                </a:extLst>
              </a:tr>
              <a:tr h="9900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李娟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　</a:t>
                      </a: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210" marR="3210" marT="321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8994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3EDAAE1-D976-DFF4-F352-77731A3B7E26}"/>
              </a:ext>
            </a:extLst>
          </p:cNvPr>
          <p:cNvSpPr txBox="1"/>
          <p:nvPr/>
        </p:nvSpPr>
        <p:spPr>
          <a:xfrm>
            <a:off x="431180" y="298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报告期间：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7/30-8/13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77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</Words>
  <Application>Microsoft Office PowerPoint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壮壮 郭</dc:creator>
  <cp:lastModifiedBy>壮壮 郭</cp:lastModifiedBy>
  <cp:revision>3</cp:revision>
  <dcterms:created xsi:type="dcterms:W3CDTF">2025-07-24T04:54:47Z</dcterms:created>
  <dcterms:modified xsi:type="dcterms:W3CDTF">2025-07-24T05:02:27Z</dcterms:modified>
</cp:coreProperties>
</file>
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702" r:id="rId3"/>
  </p:sldMasterIdLst>
  <p:notesMasterIdLst>
    <p:notesMasterId r:id="rId12"/>
  </p:notesMasterIdLst>
  <p:handoutMasterIdLst>
    <p:handoutMasterId r:id="rId13"/>
  </p:handoutMasterIdLst>
  <p:sldIdLst>
    <p:sldId id="256" r:id="rId4"/>
    <p:sldId id="268" r:id="rId5"/>
    <p:sldId id="2146848798" r:id="rId6"/>
    <p:sldId id="2146848799" r:id="rId7"/>
    <p:sldId id="2146848800" r:id="rId8"/>
    <p:sldId id="2146848792" r:id="rId9"/>
    <p:sldId id="2146848797" r:id="rId10"/>
    <p:sldId id="262" r:id="rId11"/>
  </p:sldIdLst>
  <p:sldSz cx="9144000" cy="6858000" type="screen4x3"/>
  <p:notesSz cx="9144000" cy="6858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78"/>
    <a:srgbClr val="0563C1"/>
    <a:srgbClr val="0033CC"/>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4660"/>
  </p:normalViewPr>
  <p:slideViewPr>
    <p:cSldViewPr>
      <p:cViewPr varScale="1">
        <p:scale>
          <a:sx n="86" d="100"/>
          <a:sy n="86" d="100"/>
        </p:scale>
        <p:origin x="1042"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131" d="100"/>
          <a:sy n="131"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スライド番号プレースホルダー 4">
            <a:extLst>
              <a:ext uri="{FF2B5EF4-FFF2-40B4-BE49-F238E27FC236}">
                <a16:creationId xmlns:a16="http://schemas.microsoft.com/office/drawing/2014/main" id="{2831D2E6-630C-2628-FCA3-B720FA81449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0B9DE0F0-DE21-4210-870C-FFA010C408F4}" type="slidenum">
              <a:rPr kumimoji="1" lang="ja-JP" altLang="en-US" smtClean="0"/>
              <a:t>‹#›</a:t>
            </a:fld>
            <a:endParaRPr kumimoji="1" lang="ja-JP" altLang="en-US"/>
          </a:p>
        </p:txBody>
      </p:sp>
    </p:spTree>
    <p:extLst>
      <p:ext uri="{BB962C8B-B14F-4D97-AF65-F5344CB8AC3E}">
        <p14:creationId xmlns:p14="http://schemas.microsoft.com/office/powerpoint/2010/main" val="20260856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ノート プレースホルダー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スライド番号プレースホルダー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71759E20-4763-4E6E-8639-C1F340AAC697}" type="slidenum">
              <a:rPr kumimoji="1" lang="ja-JP" altLang="en-US" smtClean="0"/>
              <a:t>‹#›</a:t>
            </a:fld>
            <a:endParaRPr kumimoji="1" lang="ja-JP" altLang="en-US"/>
          </a:p>
        </p:txBody>
      </p:sp>
    </p:spTree>
    <p:extLst>
      <p:ext uri="{BB962C8B-B14F-4D97-AF65-F5344CB8AC3E}">
        <p14:creationId xmlns:p14="http://schemas.microsoft.com/office/powerpoint/2010/main" val="389035501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1</a:t>
            </a:fld>
            <a:endParaRPr kumimoji="1" lang="ja-JP" altLang="en-US"/>
          </a:p>
        </p:txBody>
      </p:sp>
    </p:spTree>
    <p:extLst>
      <p:ext uri="{BB962C8B-B14F-4D97-AF65-F5344CB8AC3E}">
        <p14:creationId xmlns:p14="http://schemas.microsoft.com/office/powerpoint/2010/main" val="943801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3</a:t>
            </a:fld>
            <a:endParaRPr kumimoji="1" lang="ja-JP" altLang="en-US"/>
          </a:p>
        </p:txBody>
      </p:sp>
    </p:spTree>
    <p:extLst>
      <p:ext uri="{BB962C8B-B14F-4D97-AF65-F5344CB8AC3E}">
        <p14:creationId xmlns:p14="http://schemas.microsoft.com/office/powerpoint/2010/main" val="3470154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4</a:t>
            </a:fld>
            <a:endParaRPr kumimoji="1" lang="ja-JP" altLang="en-US"/>
          </a:p>
        </p:txBody>
      </p:sp>
    </p:spTree>
    <p:extLst>
      <p:ext uri="{BB962C8B-B14F-4D97-AF65-F5344CB8AC3E}">
        <p14:creationId xmlns:p14="http://schemas.microsoft.com/office/powerpoint/2010/main" val="1280828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5</a:t>
            </a:fld>
            <a:endParaRPr kumimoji="1" lang="ja-JP" altLang="en-US"/>
          </a:p>
        </p:txBody>
      </p:sp>
    </p:spTree>
    <p:extLst>
      <p:ext uri="{BB962C8B-B14F-4D97-AF65-F5344CB8AC3E}">
        <p14:creationId xmlns:p14="http://schemas.microsoft.com/office/powerpoint/2010/main" val="1180854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6</a:t>
            </a:fld>
            <a:endParaRPr kumimoji="1" lang="ja-JP" altLang="en-US"/>
          </a:p>
        </p:txBody>
      </p:sp>
    </p:spTree>
    <p:extLst>
      <p:ext uri="{BB962C8B-B14F-4D97-AF65-F5344CB8AC3E}">
        <p14:creationId xmlns:p14="http://schemas.microsoft.com/office/powerpoint/2010/main" val="2732511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028950" y="857250"/>
            <a:ext cx="3086100" cy="2314575"/>
          </a:xfrm>
          <a:prstGeom prst="rect">
            <a:avLst/>
          </a:prstGeom>
          <a:noFill/>
          <a:ln w="12700">
            <a:solidFill>
              <a:prstClr val="black"/>
            </a:solidFill>
          </a:ln>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1759E20-4763-4E6E-8639-C1F340AAC697}" type="slidenum">
              <a:rPr kumimoji="1" lang="ja-JP" altLang="en-US" smtClean="0"/>
              <a:t>7</a:t>
            </a:fld>
            <a:endParaRPr kumimoji="1" lang="ja-JP" altLang="en-US"/>
          </a:p>
        </p:txBody>
      </p:sp>
    </p:spTree>
    <p:extLst>
      <p:ext uri="{BB962C8B-B14F-4D97-AF65-F5344CB8AC3E}">
        <p14:creationId xmlns:p14="http://schemas.microsoft.com/office/powerpoint/2010/main" val="125280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4.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5.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6" Type="http://schemas.openxmlformats.org/officeDocument/2006/relationships/image" Target="../media/image6.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3.jpe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3.jpe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8.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4.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2.xml"/><Relationship Id="rId6" Type="http://schemas.openxmlformats.org/officeDocument/2006/relationships/image" Target="../media/image5.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3.xml"/><Relationship Id="rId6" Type="http://schemas.openxmlformats.org/officeDocument/2006/relationships/image" Target="../media/image6.jpg"/><Relationship Id="rId5" Type="http://schemas.openxmlformats.org/officeDocument/2006/relationships/image" Target="../media/image3.jpe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24.xml"/><Relationship Id="rId5" Type="http://schemas.openxmlformats.org/officeDocument/2006/relationships/image" Target="../media/image3.jpe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25.xml"/><Relationship Id="rId5" Type="http://schemas.openxmlformats.org/officeDocument/2006/relationships/image" Target="../media/image3.jpe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26.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8.xml"/><Relationship Id="rId5" Type="http://schemas.openxmlformats.org/officeDocument/2006/relationships/image" Target="../media/image7.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29.xml"/><Relationship Id="rId4" Type="http://schemas.openxmlformats.org/officeDocument/2006/relationships/image" Target="../media/image8.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30.xml"/><Relationship Id="rId5" Type="http://schemas.openxmlformats.org/officeDocument/2006/relationships/image" Target="../media/image2.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143000" y="1122362"/>
            <a:ext cx="6858000" cy="2387599"/>
          </a:xfrm>
        </p:spPr>
        <p:txBody>
          <a:bodyPr anchor="b"/>
          <a:lstStyle>
            <a:lvl1pPr algn="ctr">
              <a:defRPr sz="4500"/>
            </a:lvl1pPr>
          </a:lstStyle>
          <a:p>
            <a:pPr>
              <a:defRPr/>
            </a:pPr>
            <a:r>
              <a:rPr lang="en-US"/>
              <a:t>Click to edit Master title style</a:t>
            </a:r>
          </a:p>
        </p:txBody>
      </p:sp>
      <p:sp>
        <p:nvSpPr>
          <p:cNvPr id="3" name="Subtitle 2"/>
          <p:cNvSpPr>
            <a:spLocks noGrp="1"/>
          </p:cNvSpPr>
          <p:nvPr>
            <p:ph type="subTitle" idx="1"/>
          </p:nvPr>
        </p:nvSpPr>
        <p:spPr bwMode="auto">
          <a:xfrm>
            <a:off x="1143000" y="3602037"/>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fld id="{607FA968-7B71-4928-9627-B631DA440748}" type="datetime1">
              <a:rPr lang="ja-JP" altLang="en-US" smtClean="0"/>
              <a:t>2024/8/21</a:t>
            </a:fld>
            <a:endParaRPr lang="ru-RU"/>
          </a:p>
        </p:txBody>
      </p:sp>
      <p:sp>
        <p:nvSpPr>
          <p:cNvPr id="5" name="Footer Placeholder 4"/>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userDrawn="1">
  <p:cSld name="Title and Content">
    <p:spTree>
      <p:nvGrpSpPr>
        <p:cNvPr id="1" name=""/>
        <p:cNvGrpSpPr/>
        <p:nvPr/>
      </p:nvGrpSpPr>
      <p:grpSpPr bwMode="auto">
        <a:xfrm>
          <a:off x="0" y="0"/>
          <a:ext cx="0" cy="0"/>
          <a:chOff x="0" y="0"/>
          <a:chExt cx="0" cy="0"/>
        </a:xfrm>
      </p:grpSpPr>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0" name="タイトル 9">
            <a:extLst>
              <a:ext uri="{FF2B5EF4-FFF2-40B4-BE49-F238E27FC236}">
                <a16:creationId xmlns:a16="http://schemas.microsoft.com/office/drawing/2014/main" id="{CE9408E7-2724-C273-D367-54068BF9AD4D}"/>
              </a:ext>
            </a:extLst>
          </p:cNvPr>
          <p:cNvSpPr>
            <a:spLocks noGrp="1"/>
          </p:cNvSpPr>
          <p:nvPr>
            <p:ph type="title"/>
          </p:nvPr>
        </p:nvSpPr>
        <p:spPr/>
        <p:txBody>
          <a:bodyPr/>
          <a:lstStyle/>
          <a:p>
            <a:r>
              <a:rPr kumimoji="1" lang="ja-JP" altLang="en-US"/>
              <a:t>マスター タイトルの書式設定</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28462C-D812-B765-58B1-74D69C6D48F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C49502B-2802-FAAA-67B2-5D09DC068C77}"/>
              </a:ext>
            </a:extLst>
          </p:cNvPr>
          <p:cNvSpPr>
            <a:spLocks noGrp="1"/>
          </p:cNvSpPr>
          <p:nvPr>
            <p:ph type="dt" sz="half" idx="10"/>
          </p:nvPr>
        </p:nvSpPr>
        <p:spPr/>
        <p:txBody>
          <a:bodyPr/>
          <a:lstStyle/>
          <a:p>
            <a:pPr>
              <a:defRPr/>
            </a:pPr>
            <a:fld id="{FFA56D0A-AB6A-4602-B93F-4F6DBB39E9E7}" type="datetime1">
              <a:rPr lang="ja-JP" altLang="en-US" smtClean="0"/>
              <a:t>2024/8/21</a:t>
            </a:fld>
            <a:endParaRPr lang="ru-RU"/>
          </a:p>
        </p:txBody>
      </p:sp>
      <p:sp>
        <p:nvSpPr>
          <p:cNvPr id="4" name="フッター プレースホルダー 3">
            <a:extLst>
              <a:ext uri="{FF2B5EF4-FFF2-40B4-BE49-F238E27FC236}">
                <a16:creationId xmlns:a16="http://schemas.microsoft.com/office/drawing/2014/main" id="{FD8EC30B-88F8-D9F9-061D-A12F9AAAEE37}"/>
              </a:ext>
            </a:extLst>
          </p:cNvPr>
          <p:cNvSpPr>
            <a:spLocks noGrp="1"/>
          </p:cNvSpPr>
          <p:nvPr>
            <p:ph type="ftr" sz="quarter" idx="11"/>
          </p:nvPr>
        </p:nvSpPr>
        <p:spPr/>
        <p:txBody>
          <a:bodyPr/>
          <a:lstStyle/>
          <a:p>
            <a:pPr>
              <a:defRPr/>
            </a:pPr>
            <a:r>
              <a:rPr lang="en-US"/>
              <a:t>Copyright©Zhiming Software Japan, Ltd. All rights reserved.</a:t>
            </a:r>
            <a:endParaRPr lang="ja-JP"/>
          </a:p>
        </p:txBody>
      </p:sp>
      <p:sp>
        <p:nvSpPr>
          <p:cNvPr id="5" name="スライド番号プレースホルダー 4">
            <a:extLst>
              <a:ext uri="{FF2B5EF4-FFF2-40B4-BE49-F238E27FC236}">
                <a16:creationId xmlns:a16="http://schemas.microsoft.com/office/drawing/2014/main" id="{C5D1128B-ABB8-79AD-A360-A90B380D3EA7}"/>
              </a:ext>
            </a:extLst>
          </p:cNvPr>
          <p:cNvSpPr>
            <a:spLocks noGrp="1"/>
          </p:cNvSpPr>
          <p:nvPr>
            <p:ph type="sldNum" sz="quarter" idx="12"/>
          </p:nvPr>
        </p:nvSpPr>
        <p:spPr/>
        <p:txBody>
          <a:bodyPr/>
          <a:lstStyle/>
          <a:p>
            <a:pPr>
              <a:defRPr/>
            </a:pPr>
            <a:fld id="{08395586-F03A-48D1-94DF-16B239DF4FB5}" type="slidenum">
              <a:rPr lang="ru-RU" smtClean="0"/>
              <a:t>‹#›</a:t>
            </a:fld>
            <a:endParaRPr lang="ru-RU"/>
          </a:p>
        </p:txBody>
      </p:sp>
    </p:spTree>
    <p:extLst>
      <p:ext uri="{BB962C8B-B14F-4D97-AF65-F5344CB8AC3E}">
        <p14:creationId xmlns:p14="http://schemas.microsoft.com/office/powerpoint/2010/main" val="2434719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3887" y="1709738"/>
            <a:ext cx="7886700" cy="2852737"/>
          </a:xfrm>
        </p:spPr>
        <p:txBody>
          <a:bodyPr anchor="b"/>
          <a:lstStyle>
            <a:lvl1pPr>
              <a:defRPr sz="4500"/>
            </a:lvl1pPr>
          </a:lstStyle>
          <a:p>
            <a:pPr>
              <a:defRPr/>
            </a:pPr>
            <a:r>
              <a:rPr lang="en-US"/>
              <a:t>Click to edit Master title style</a:t>
            </a:r>
          </a:p>
        </p:txBody>
      </p:sp>
      <p:sp>
        <p:nvSpPr>
          <p:cNvPr id="3" name="Text Placeholder 2"/>
          <p:cNvSpPr>
            <a:spLocks noGrp="1"/>
          </p:cNvSpPr>
          <p:nvPr>
            <p:ph type="body" idx="1"/>
          </p:nvPr>
        </p:nvSpPr>
        <p:spPr bwMode="auto">
          <a:xfrm>
            <a:off x="623887" y="4589463"/>
            <a:ext cx="7886700" cy="150018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8379BFB-58DF-47B2-9E4B-04A32EEDA8F0}" type="datetime1">
              <a:rPr lang="ja-JP" altLang="en-US" smtClean="0"/>
              <a:t>2024/8/21</a:t>
            </a:fld>
            <a:endParaRPr lang="ru-RU"/>
          </a:p>
        </p:txBody>
      </p:sp>
      <p:sp>
        <p:nvSpPr>
          <p:cNvPr id="5" name="Footer Placeholder 4"/>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Content Placeholder 2"/>
          <p:cNvSpPr>
            <a:spLocks noGrp="1"/>
          </p:cNvSpPr>
          <p:nvPr>
            <p:ph sz="half" idx="1"/>
          </p:nvPr>
        </p:nvSpPr>
        <p:spPr bwMode="auto">
          <a:xfrm>
            <a:off x="628649"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4629150" y="1825625"/>
            <a:ext cx="38862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p>
            <a:pPr>
              <a:defRPr/>
            </a:pPr>
            <a:fld id="{A227B7C9-3FD7-4A80-913D-964315E64281}" type="datetime1">
              <a:rPr lang="ja-JP" altLang="en-US" smtClean="0"/>
              <a:t>2024/8/21</a:t>
            </a:fld>
            <a:endParaRPr lang="ru-RU"/>
          </a:p>
        </p:txBody>
      </p:sp>
      <p:sp>
        <p:nvSpPr>
          <p:cNvPr id="6" name="Footer Placeholder 5"/>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0" y="365125"/>
            <a:ext cx="7886700" cy="1325562"/>
          </a:xfrm>
        </p:spPr>
        <p:txBody>
          <a:bodyPr/>
          <a:lstStyle/>
          <a:p>
            <a:pPr>
              <a:defRPr/>
            </a:pPr>
            <a:r>
              <a:rPr lang="en-US"/>
              <a:t>Click to edit Master title style</a:t>
            </a:r>
          </a:p>
        </p:txBody>
      </p:sp>
      <p:sp>
        <p:nvSpPr>
          <p:cNvPr id="3" name="Text Placeholder 2"/>
          <p:cNvSpPr>
            <a:spLocks noGrp="1"/>
          </p:cNvSpPr>
          <p:nvPr>
            <p:ph type="body" idx="1"/>
          </p:nvPr>
        </p:nvSpPr>
        <p:spPr bwMode="auto">
          <a:xfrm>
            <a:off x="629841" y="1681162"/>
            <a:ext cx="3868339" cy="82391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629841" y="2505074"/>
            <a:ext cx="3868339" cy="368458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4629150" y="1681162"/>
            <a:ext cx="3887390" cy="82391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29150" y="2505074"/>
            <a:ext cx="3887390" cy="368458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fld id="{8A2EE217-3C28-4169-8D2B-5053E13E8600}" type="datetime1">
              <a:rPr lang="ja-JP" altLang="en-US" smtClean="0"/>
              <a:t>2024/8/21</a:t>
            </a:fld>
            <a:endParaRPr lang="ru-RU"/>
          </a:p>
        </p:txBody>
      </p:sp>
      <p:sp>
        <p:nvSpPr>
          <p:cNvPr id="8" name="Footer Placeholder 7"/>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fld id="{084513C5-77BC-4576-B9B4-9DDE35A0BA4B}" type="datetime1">
              <a:rPr lang="ja-JP" altLang="en-US" smtClean="0"/>
              <a:t>2024/8/21</a:t>
            </a:fld>
            <a:endParaRPr lang="ru-RU"/>
          </a:p>
        </p:txBody>
      </p:sp>
      <p:sp>
        <p:nvSpPr>
          <p:cNvPr id="4" name="Footer Placeholder 3"/>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0" y="457200"/>
            <a:ext cx="2949177" cy="1600200"/>
          </a:xfrm>
        </p:spPr>
        <p:txBody>
          <a:bodyPr anchor="b"/>
          <a:lstStyle>
            <a:lvl1pPr>
              <a:defRPr sz="2400"/>
            </a:lvl1pPr>
          </a:lstStyle>
          <a:p>
            <a:pPr>
              <a:defRPr/>
            </a:pPr>
            <a:r>
              <a:rPr lang="en-US"/>
              <a:t>Click to edit Master title style</a:t>
            </a:r>
          </a:p>
        </p:txBody>
      </p:sp>
      <p:sp>
        <p:nvSpPr>
          <p:cNvPr id="3" name="Content Placeholder 2"/>
          <p:cNvSpPr>
            <a:spLocks noGrp="1"/>
          </p:cNvSpPr>
          <p:nvPr>
            <p:ph idx="1"/>
          </p:nvPr>
        </p:nvSpPr>
        <p:spPr bwMode="auto">
          <a:xfrm>
            <a:off x="3887390"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629840" y="2057399"/>
            <a:ext cx="2949177" cy="3811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3AACE83A-9CD2-45C1-83B3-ADE7AA755E54}" type="datetime1">
              <a:rPr lang="ja-JP" altLang="en-US" smtClean="0"/>
              <a:t>2024/8/21</a:t>
            </a:fld>
            <a:endParaRPr lang="ru-RU"/>
          </a:p>
        </p:txBody>
      </p:sp>
      <p:sp>
        <p:nvSpPr>
          <p:cNvPr id="6" name="Footer Placeholder 5"/>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629840" y="457200"/>
            <a:ext cx="2949177" cy="1600200"/>
          </a:xfrm>
        </p:spPr>
        <p:txBody>
          <a:bodyPr anchor="b"/>
          <a:lstStyle>
            <a:lvl1pPr>
              <a:defRPr sz="2400"/>
            </a:lvl1pPr>
          </a:lstStyle>
          <a:p>
            <a:pPr>
              <a:defRPr/>
            </a:pPr>
            <a:r>
              <a:rPr lang="en-US"/>
              <a:t>Click to edit Master title style</a:t>
            </a:r>
          </a:p>
        </p:txBody>
      </p:sp>
      <p:sp>
        <p:nvSpPr>
          <p:cNvPr id="3" name="Picture Placeholder 2"/>
          <p:cNvSpPr>
            <a:spLocks noGrp="1" noChangeAspect="1"/>
          </p:cNvSpPr>
          <p:nvPr>
            <p:ph type="pic" idx="1"/>
          </p:nvPr>
        </p:nvSpPr>
        <p:spPr bwMode="auto">
          <a:xfrm>
            <a:off x="3887390" y="987425"/>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r>
              <a:rPr lang="en-US"/>
              <a:t>Click icon to add picture</a:t>
            </a:r>
          </a:p>
        </p:txBody>
      </p:sp>
      <p:sp>
        <p:nvSpPr>
          <p:cNvPr id="4" name="Text Placeholder 3"/>
          <p:cNvSpPr>
            <a:spLocks noGrp="1"/>
          </p:cNvSpPr>
          <p:nvPr>
            <p:ph type="body" sz="half" idx="2"/>
          </p:nvPr>
        </p:nvSpPr>
        <p:spPr bwMode="auto">
          <a:xfrm>
            <a:off x="629840" y="2057399"/>
            <a:ext cx="2949177" cy="3811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2845F1EC-DE48-4092-A50C-EE8D7F53BC9D}" type="datetime1">
              <a:rPr lang="ja-JP" altLang="en-US" smtClean="0"/>
              <a:t>2024/8/21</a:t>
            </a:fld>
            <a:endParaRPr lang="ru-RU"/>
          </a:p>
        </p:txBody>
      </p:sp>
      <p:sp>
        <p:nvSpPr>
          <p:cNvPr id="6" name="Footer Placeholder 5"/>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02A728A5-734C-4DB4-B207-FA312C7E58B2}" type="datetime1">
              <a:rPr lang="ja-JP" altLang="en-US" smtClean="0"/>
              <a:t>2024/8/21</a:t>
            </a:fld>
            <a:endParaRPr lang="ru-RU"/>
          </a:p>
        </p:txBody>
      </p:sp>
      <p:sp>
        <p:nvSpPr>
          <p:cNvPr id="5" name="Footer Placeholder 4"/>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6543675" y="365125"/>
            <a:ext cx="1971675" cy="5811838"/>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628649" y="365125"/>
            <a:ext cx="5800725"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fld id="{71966A8C-AD81-4AE4-AAE9-421B06D5BAD3}" type="datetime1">
              <a:rPr lang="ja-JP" altLang="en-US" smtClean="0"/>
              <a:t>2024/8/21</a:t>
            </a:fld>
            <a:endParaRPr lang="ru-RU"/>
          </a:p>
        </p:txBody>
      </p:sp>
      <p:sp>
        <p:nvSpPr>
          <p:cNvPr id="5" name="Footer Placeholder 4"/>
          <p:cNvSpPr>
            <a:spLocks noGrp="1"/>
          </p:cNvSpPr>
          <p:nvPr>
            <p:ph type="ftr" sz="quarter" idx="11"/>
          </p:nvPr>
        </p:nvSpPr>
        <p:spPr bwMode="auto"/>
        <p:txBody>
          <a:bodyPr/>
          <a:lstStyle/>
          <a:p>
            <a:pPr>
              <a:defRPr/>
            </a:pPr>
            <a:r>
              <a:rPr lang="en-US"/>
              <a:t>Copyright©Zhiming Software Japan, Ltd. All rights reserved.</a:t>
            </a:r>
            <a:endParaRPr lang="ja-JP"/>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ru-RU"/>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表紙（デジタル）">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userDrawn="1">
            <p:custDataLst>
              <p:tags r:id="rId1"/>
            </p:custDataLst>
            <p:extLst>
              <p:ext uri="{D42A27DB-BD31-4B8C-83A1-F6EECF244321}">
                <p14:modId xmlns:p14="http://schemas.microsoft.com/office/powerpoint/2010/main" val="130349078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7" name="オブジェクト 6"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Title 1"/>
          <p:cNvSpPr>
            <a:spLocks noGrp="1"/>
          </p:cNvSpPr>
          <p:nvPr>
            <p:ph type="ctrTitle"/>
          </p:nvPr>
        </p:nvSpPr>
        <p:spPr>
          <a:xfrm>
            <a:off x="454863" y="3015435"/>
            <a:ext cx="5845331" cy="413566"/>
          </a:xfrm>
          <a:noFill/>
        </p:spPr>
        <p:txBody>
          <a:bodyPr vert="horz"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14"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
        <p:nvSpPr>
          <p:cNvPr id="15" name="テキスト プレースホルダー 14">
            <a:extLst>
              <a:ext uri="{FF2B5EF4-FFF2-40B4-BE49-F238E27FC236}">
                <a16:creationId xmlns:a16="http://schemas.microsoft.com/office/drawing/2014/main" id="{FDC760E3-9F01-AD4C-BCF9-E22AE02BF0F0}"/>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16" name="テキスト プレースホルダー 14">
            <a:extLst>
              <a:ext uri="{FF2B5EF4-FFF2-40B4-BE49-F238E27FC236}">
                <a16:creationId xmlns:a16="http://schemas.microsoft.com/office/drawing/2014/main" id="{863F2344-476F-5942-A8C9-BC88457AB2D4}"/>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17" name="テキスト プレースホルダー 4">
            <a:extLst>
              <a:ext uri="{FF2B5EF4-FFF2-40B4-BE49-F238E27FC236}">
                <a16:creationId xmlns:a16="http://schemas.microsoft.com/office/drawing/2014/main" id="{E2E88B4C-DA79-CC41-98E9-9182634B031C}"/>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grpSp>
        <p:nvGrpSpPr>
          <p:cNvPr id="18" name="グループ化 17">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19"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20"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21" name="図 20">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pic>
        <p:nvPicPr>
          <p:cNvPr id="22" name="図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5" y="0"/>
            <a:ext cx="2746014" cy="6858000"/>
          </a:xfrm>
          <a:prstGeom prst="rect">
            <a:avLst/>
          </a:prstGeom>
        </p:spPr>
      </p:pic>
    </p:spTree>
    <p:extLst>
      <p:ext uri="{BB962C8B-B14F-4D97-AF65-F5344CB8AC3E}">
        <p14:creationId xmlns:p14="http://schemas.microsoft.com/office/powerpoint/2010/main" val="30900698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紙（創発する社会1）">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897814898"/>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6" name="テキスト プレースホルダー 14">
            <a:extLst>
              <a:ext uri="{FF2B5EF4-FFF2-40B4-BE49-F238E27FC236}">
                <a16:creationId xmlns:a16="http://schemas.microsoft.com/office/drawing/2014/main" id="{FDC760E3-9F01-AD4C-BCF9-E22AE02BF0F0}"/>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grpSp>
        <p:nvGrpSpPr>
          <p:cNvPr id="47" name="グループ化 46">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48"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latin typeface="+mn-ea"/>
                <a:ea typeface="+mn-ea"/>
              </a:endParaRPr>
            </a:p>
          </p:txBody>
        </p:sp>
        <p:sp>
          <p:nvSpPr>
            <p:cNvPr id="49"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latin typeface="+mn-ea"/>
                <a:ea typeface="+mn-ea"/>
              </a:endParaRPr>
            </a:p>
          </p:txBody>
        </p:sp>
      </p:grpSp>
      <p:pic>
        <p:nvPicPr>
          <p:cNvPr id="50" name="図 49">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sp>
        <p:nvSpPr>
          <p:cNvPr id="51" name="Title 1">
            <a:extLst>
              <a:ext uri="{FF2B5EF4-FFF2-40B4-BE49-F238E27FC236}">
                <a16:creationId xmlns:a16="http://schemas.microsoft.com/office/drawing/2014/main" id="{C37C15CF-BEAF-5829-5EF7-87FD3E561FB2}"/>
              </a:ext>
            </a:extLst>
          </p:cNvPr>
          <p:cNvSpPr>
            <a:spLocks noGrp="1"/>
          </p:cNvSpPr>
          <p:nvPr>
            <p:ph type="ctrTitle"/>
          </p:nvPr>
        </p:nvSpPr>
        <p:spPr>
          <a:xfrm>
            <a:off x="454863" y="3015435"/>
            <a:ext cx="5845331"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a:t>マスター タイトルの書式設定</a:t>
            </a:r>
            <a:endParaRPr lang="en-US" dirty="0"/>
          </a:p>
        </p:txBody>
      </p:sp>
      <p:sp>
        <p:nvSpPr>
          <p:cNvPr id="52" name="テキスト プレースホルダー 14">
            <a:extLst>
              <a:ext uri="{FF2B5EF4-FFF2-40B4-BE49-F238E27FC236}">
                <a16:creationId xmlns:a16="http://schemas.microsoft.com/office/drawing/2014/main" id="{90FA0756-796A-C11D-07D9-87E1B6A23AC8}"/>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3" name="テキスト プレースホルダー 4">
            <a:extLst>
              <a:ext uri="{FF2B5EF4-FFF2-40B4-BE49-F238E27FC236}">
                <a16:creationId xmlns:a16="http://schemas.microsoft.com/office/drawing/2014/main" id="{7AF512AC-D7A5-2355-E4B1-B48DC5E61C5D}"/>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pic>
        <p:nvPicPr>
          <p:cNvPr id="54" name="図 5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5" y="0"/>
            <a:ext cx="2735524" cy="6858000"/>
          </a:xfrm>
          <a:prstGeom prst="rect">
            <a:avLst/>
          </a:prstGeom>
        </p:spPr>
      </p:pic>
      <p:sp>
        <p:nvSpPr>
          <p:cNvPr id="13"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dirty="0"/>
          </a:p>
        </p:txBody>
      </p:sp>
    </p:spTree>
    <p:extLst>
      <p:ext uri="{BB962C8B-B14F-4D97-AF65-F5344CB8AC3E}">
        <p14:creationId xmlns:p14="http://schemas.microsoft.com/office/powerpoint/2010/main" val="36822192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表紙（創発する社会2）">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userDrawn="1">
            <p:custDataLst>
              <p:tags r:id="rId1"/>
            </p:custDataLst>
            <p:extLst>
              <p:ext uri="{D42A27DB-BD31-4B8C-83A1-F6EECF244321}">
                <p14:modId xmlns:p14="http://schemas.microsoft.com/office/powerpoint/2010/main" val="326777554"/>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7" name="オブジェクト 6" hidden="1"/>
                      <p:cNvPicPr/>
                      <p:nvPr/>
                    </p:nvPicPr>
                    <p:blipFill>
                      <a:blip r:embed="rId4"/>
                      <a:stretch>
                        <a:fillRect/>
                      </a:stretch>
                    </p:blipFill>
                    <p:spPr>
                      <a:xfrm>
                        <a:off x="1466" y="1588"/>
                        <a:ext cx="1466" cy="1588"/>
                      </a:xfrm>
                      <a:prstGeom prst="rect">
                        <a:avLst/>
                      </a:prstGeom>
                    </p:spPr>
                  </p:pic>
                </p:oleObj>
              </mc:Fallback>
            </mc:AlternateContent>
          </a:graphicData>
        </a:graphic>
      </p:graphicFrame>
      <p:grpSp>
        <p:nvGrpSpPr>
          <p:cNvPr id="47" name="グループ化 46">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48"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9"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50" name="図 49">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sp>
        <p:nvSpPr>
          <p:cNvPr id="51" name="テキスト プレースホルダー 14">
            <a:extLst>
              <a:ext uri="{FF2B5EF4-FFF2-40B4-BE49-F238E27FC236}">
                <a16:creationId xmlns:a16="http://schemas.microsoft.com/office/drawing/2014/main" id="{ED2FDD07-8D52-3AC9-9E8D-08823CD82FBE}"/>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52" name="Title 1">
            <a:extLst>
              <a:ext uri="{FF2B5EF4-FFF2-40B4-BE49-F238E27FC236}">
                <a16:creationId xmlns:a16="http://schemas.microsoft.com/office/drawing/2014/main" id="{0FDE8325-FD29-3D5B-1080-B31184BBFFE3}"/>
              </a:ext>
            </a:extLst>
          </p:cNvPr>
          <p:cNvSpPr>
            <a:spLocks noGrp="1"/>
          </p:cNvSpPr>
          <p:nvPr>
            <p:ph type="ctrTitle"/>
          </p:nvPr>
        </p:nvSpPr>
        <p:spPr>
          <a:xfrm>
            <a:off x="454863" y="3015435"/>
            <a:ext cx="5845331" cy="413566"/>
          </a:xfrm>
          <a:noFill/>
        </p:spPr>
        <p:txBody>
          <a:bodyPr vert="horz"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a:t>マスター タイトルの書式設定</a:t>
            </a:r>
            <a:endParaRPr lang="en-US" dirty="0"/>
          </a:p>
        </p:txBody>
      </p:sp>
      <p:sp>
        <p:nvSpPr>
          <p:cNvPr id="53" name="テキスト プレースホルダー 14">
            <a:extLst>
              <a:ext uri="{FF2B5EF4-FFF2-40B4-BE49-F238E27FC236}">
                <a16:creationId xmlns:a16="http://schemas.microsoft.com/office/drawing/2014/main" id="{A3A9E66D-4C97-39EA-BC3F-AE1CDFA4FA18}"/>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4" name="テキスト プレースホルダー 4">
            <a:extLst>
              <a:ext uri="{FF2B5EF4-FFF2-40B4-BE49-F238E27FC236}">
                <a16:creationId xmlns:a16="http://schemas.microsoft.com/office/drawing/2014/main" id="{339969AF-6F82-8F5F-2CAA-EC090F0D9A12}"/>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pic>
        <p:nvPicPr>
          <p:cNvPr id="55" name="図 5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6" y="0"/>
            <a:ext cx="2740386" cy="6858000"/>
          </a:xfrm>
          <a:prstGeom prst="rect">
            <a:avLst/>
          </a:prstGeom>
        </p:spPr>
      </p:pic>
      <p:sp>
        <p:nvSpPr>
          <p:cNvPr id="13"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20001968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表紙（写真なし）">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403695054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grpSp>
        <p:nvGrpSpPr>
          <p:cNvPr id="43" name="グループ化 42">
            <a:extLst>
              <a:ext uri="{FF2B5EF4-FFF2-40B4-BE49-F238E27FC236}">
                <a16:creationId xmlns:a16="http://schemas.microsoft.com/office/drawing/2014/main" id="{96019AEE-C75E-58C4-3755-74C3744585D3}"/>
              </a:ext>
            </a:extLst>
          </p:cNvPr>
          <p:cNvGrpSpPr>
            <a:grpSpLocks noChangeAspect="1"/>
          </p:cNvGrpSpPr>
          <p:nvPr userDrawn="1"/>
        </p:nvGrpSpPr>
        <p:grpSpPr>
          <a:xfrm>
            <a:off x="454861" y="6091218"/>
            <a:ext cx="707815" cy="385678"/>
            <a:chOff x="200472" y="6597352"/>
            <a:chExt cx="355987" cy="179051"/>
          </a:xfrm>
        </p:grpSpPr>
        <p:sp>
          <p:nvSpPr>
            <p:cNvPr id="44" name="Freeform 290">
              <a:extLst>
                <a:ext uri="{FF2B5EF4-FFF2-40B4-BE49-F238E27FC236}">
                  <a16:creationId xmlns:a16="http://schemas.microsoft.com/office/drawing/2014/main" id="{738AF6F3-879D-C5B8-78FF-EB2E73390649}"/>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5" name="Freeform 291">
              <a:extLst>
                <a:ext uri="{FF2B5EF4-FFF2-40B4-BE49-F238E27FC236}">
                  <a16:creationId xmlns:a16="http://schemas.microsoft.com/office/drawing/2014/main" id="{4481E48F-6ED2-60E7-39DB-1F66CDA299AC}"/>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46" name="図 45">
            <a:extLst>
              <a:ext uri="{FF2B5EF4-FFF2-40B4-BE49-F238E27FC236}">
                <a16:creationId xmlns:a16="http://schemas.microsoft.com/office/drawing/2014/main" id="{317FFA85-1511-1D6B-9342-69DE6F51FDD8}"/>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898412" y="5732623"/>
            <a:ext cx="1962912" cy="1102868"/>
          </a:xfrm>
          <a:prstGeom prst="rect">
            <a:avLst/>
          </a:prstGeom>
        </p:spPr>
      </p:pic>
      <p:sp>
        <p:nvSpPr>
          <p:cNvPr id="47" name="テキスト プレースホルダー 14">
            <a:extLst>
              <a:ext uri="{FF2B5EF4-FFF2-40B4-BE49-F238E27FC236}">
                <a16:creationId xmlns:a16="http://schemas.microsoft.com/office/drawing/2014/main" id="{AD800346-E29F-911D-C4B2-151A94574A45}"/>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48" name="Title 1">
            <a:extLst>
              <a:ext uri="{FF2B5EF4-FFF2-40B4-BE49-F238E27FC236}">
                <a16:creationId xmlns:a16="http://schemas.microsoft.com/office/drawing/2014/main" id="{E992AB66-E797-439A-4102-08B4FB6FBEDA}"/>
              </a:ext>
            </a:extLst>
          </p:cNvPr>
          <p:cNvSpPr>
            <a:spLocks noGrp="1"/>
          </p:cNvSpPr>
          <p:nvPr>
            <p:ph type="ctrTitle"/>
          </p:nvPr>
        </p:nvSpPr>
        <p:spPr>
          <a:xfrm>
            <a:off x="454862" y="3015435"/>
            <a:ext cx="8237798"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49" name="テキスト プレースホルダー 14">
            <a:extLst>
              <a:ext uri="{FF2B5EF4-FFF2-40B4-BE49-F238E27FC236}">
                <a16:creationId xmlns:a16="http://schemas.microsoft.com/office/drawing/2014/main" id="{060920B9-7C98-9F56-88F3-B85204DADE61}"/>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0" name="テキスト プレースホルダー 4">
            <a:extLst>
              <a:ext uri="{FF2B5EF4-FFF2-40B4-BE49-F238E27FC236}">
                <a16:creationId xmlns:a16="http://schemas.microsoft.com/office/drawing/2014/main" id="{3951392A-A08C-B302-215B-676E7085F70E}"/>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sp>
        <p:nvSpPr>
          <p:cNvPr id="15" name="Subtitle 2"/>
          <p:cNvSpPr>
            <a:spLocks noGrp="1"/>
          </p:cNvSpPr>
          <p:nvPr>
            <p:ph type="subTitle" idx="1" hasCustomPrompt="1"/>
          </p:nvPr>
        </p:nvSpPr>
        <p:spPr>
          <a:xfrm>
            <a:off x="454859" y="698176"/>
            <a:ext cx="823790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42136594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表紙+サブタイトル（写真なし）">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2" name="テキスト プレースホルダー 7">
            <a:extLst>
              <a:ext uri="{FF2B5EF4-FFF2-40B4-BE49-F238E27FC236}">
                <a16:creationId xmlns:a16="http://schemas.microsoft.com/office/drawing/2014/main" id="{41877E83-27AD-F84F-8D0E-74403068DF66}"/>
              </a:ext>
            </a:extLst>
          </p:cNvPr>
          <p:cNvSpPr>
            <a:spLocks noGrp="1"/>
          </p:cNvSpPr>
          <p:nvPr>
            <p:ph type="body" sz="quarter" idx="13" hasCustomPrompt="1"/>
          </p:nvPr>
        </p:nvSpPr>
        <p:spPr>
          <a:xfrm>
            <a:off x="454859" y="1200277"/>
            <a:ext cx="8237802" cy="328479"/>
          </a:xfrm>
        </p:spPr>
        <p:txBody>
          <a:bodyPr lIns="0" tIns="36000" rIns="0" bIns="36000" anchor="ctr">
            <a:spAutoFit/>
          </a:bodyPr>
          <a:lstStyle>
            <a:lvl1pPr marL="0" indent="0">
              <a:spcBef>
                <a:spcPts val="0"/>
              </a:spcBef>
              <a:buNone/>
              <a:defRPr sz="1662" b="1" i="0" baseline="0">
                <a:solidFill>
                  <a:srgbClr val="000F78"/>
                </a:solidFill>
                <a:latin typeface="Yu Gothic UI" panose="020B0500000000000000" pitchFamily="50" charset="-128"/>
                <a:ea typeface="Yu Gothic UI" panose="020B0500000000000000" pitchFamily="50" charset="-128"/>
              </a:defRPr>
            </a:lvl1pPr>
          </a:lstStyle>
          <a:p>
            <a:r>
              <a:rPr kumimoji="1" lang="ja-JP" altLang="en-US" dirty="0"/>
              <a:t>サブタイトル</a:t>
            </a:r>
          </a:p>
        </p:txBody>
      </p:sp>
      <p:grpSp>
        <p:nvGrpSpPr>
          <p:cNvPr id="43" name="グループ化 42">
            <a:extLst>
              <a:ext uri="{FF2B5EF4-FFF2-40B4-BE49-F238E27FC236}">
                <a16:creationId xmlns:a16="http://schemas.microsoft.com/office/drawing/2014/main" id="{96019AEE-C75E-58C4-3755-74C3744585D3}"/>
              </a:ext>
            </a:extLst>
          </p:cNvPr>
          <p:cNvGrpSpPr>
            <a:grpSpLocks noChangeAspect="1"/>
          </p:cNvGrpSpPr>
          <p:nvPr userDrawn="1"/>
        </p:nvGrpSpPr>
        <p:grpSpPr>
          <a:xfrm>
            <a:off x="454861" y="6091218"/>
            <a:ext cx="707815" cy="385678"/>
            <a:chOff x="200472" y="6597352"/>
            <a:chExt cx="355987" cy="179051"/>
          </a:xfrm>
        </p:grpSpPr>
        <p:sp>
          <p:nvSpPr>
            <p:cNvPr id="44" name="Freeform 290">
              <a:extLst>
                <a:ext uri="{FF2B5EF4-FFF2-40B4-BE49-F238E27FC236}">
                  <a16:creationId xmlns:a16="http://schemas.microsoft.com/office/drawing/2014/main" id="{738AF6F3-879D-C5B8-78FF-EB2E73390649}"/>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5" name="Freeform 291">
              <a:extLst>
                <a:ext uri="{FF2B5EF4-FFF2-40B4-BE49-F238E27FC236}">
                  <a16:creationId xmlns:a16="http://schemas.microsoft.com/office/drawing/2014/main" id="{4481E48F-6ED2-60E7-39DB-1F66CDA299AC}"/>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46" name="図 45">
            <a:extLst>
              <a:ext uri="{FF2B5EF4-FFF2-40B4-BE49-F238E27FC236}">
                <a16:creationId xmlns:a16="http://schemas.microsoft.com/office/drawing/2014/main" id="{317FFA85-1511-1D6B-9342-69DE6F51FDD8}"/>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898412" y="5732623"/>
            <a:ext cx="1962912" cy="1102868"/>
          </a:xfrm>
          <a:prstGeom prst="rect">
            <a:avLst/>
          </a:prstGeom>
        </p:spPr>
      </p:pic>
      <p:sp>
        <p:nvSpPr>
          <p:cNvPr id="47" name="テキスト プレースホルダー 14">
            <a:extLst>
              <a:ext uri="{FF2B5EF4-FFF2-40B4-BE49-F238E27FC236}">
                <a16:creationId xmlns:a16="http://schemas.microsoft.com/office/drawing/2014/main" id="{AD800346-E29F-911D-C4B2-151A94574A45}"/>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48" name="Title 1">
            <a:extLst>
              <a:ext uri="{FF2B5EF4-FFF2-40B4-BE49-F238E27FC236}">
                <a16:creationId xmlns:a16="http://schemas.microsoft.com/office/drawing/2014/main" id="{E992AB66-E797-439A-4102-08B4FB6FBEDA}"/>
              </a:ext>
            </a:extLst>
          </p:cNvPr>
          <p:cNvSpPr>
            <a:spLocks noGrp="1"/>
          </p:cNvSpPr>
          <p:nvPr>
            <p:ph type="ctrTitle"/>
          </p:nvPr>
        </p:nvSpPr>
        <p:spPr>
          <a:xfrm>
            <a:off x="454862" y="3015435"/>
            <a:ext cx="8237798"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49" name="テキスト プレースホルダー 14">
            <a:extLst>
              <a:ext uri="{FF2B5EF4-FFF2-40B4-BE49-F238E27FC236}">
                <a16:creationId xmlns:a16="http://schemas.microsoft.com/office/drawing/2014/main" id="{060920B9-7C98-9F56-88F3-B85204DADE61}"/>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0" name="テキスト プレースホルダー 4">
            <a:extLst>
              <a:ext uri="{FF2B5EF4-FFF2-40B4-BE49-F238E27FC236}">
                <a16:creationId xmlns:a16="http://schemas.microsoft.com/office/drawing/2014/main" id="{3951392A-A08C-B302-215B-676E7085F70E}"/>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sp>
        <p:nvSpPr>
          <p:cNvPr id="15" name="Subtitle 2"/>
          <p:cNvSpPr>
            <a:spLocks noGrp="1"/>
          </p:cNvSpPr>
          <p:nvPr>
            <p:ph type="subTitle" idx="1" hasCustomPrompt="1"/>
          </p:nvPr>
        </p:nvSpPr>
        <p:spPr>
          <a:xfrm>
            <a:off x="454859" y="418751"/>
            <a:ext cx="823790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376488499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目次（中）">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6170126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2" name="オブジェクト 1"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6" name="Content Placeholder 2"/>
          <p:cNvSpPr>
            <a:spLocks noGrp="1"/>
          </p:cNvSpPr>
          <p:nvPr>
            <p:ph sz="half" idx="1"/>
          </p:nvPr>
        </p:nvSpPr>
        <p:spPr>
          <a:xfrm>
            <a:off x="1386856" y="1120655"/>
            <a:ext cx="6370291" cy="5135766"/>
          </a:xfrm>
        </p:spPr>
        <p:txBody>
          <a:bodyPr>
            <a:noAutofit/>
          </a:bodyPr>
          <a:lstStyle>
            <a:lvl1pPr marL="316531" indent="-316531" algn="l">
              <a:lnSpc>
                <a:spcPct val="110000"/>
              </a:lnSpc>
              <a:spcBef>
                <a:spcPts val="554"/>
              </a:spcBef>
              <a:buClr>
                <a:srgbClr val="000F78"/>
              </a:buClr>
              <a:buFont typeface="+mj-lt"/>
              <a:buAutoNum type="arabicPeriod"/>
              <a:tabLst>
                <a:tab pos="5958403" algn="r"/>
                <a:tab pos="6208990" algn="r"/>
                <a:tab pos="6376048" algn="r"/>
              </a:tabLst>
              <a:defRPr sz="1477" b="0">
                <a:latin typeface="+mn-ea"/>
                <a:ea typeface="+mn-ea"/>
              </a:defRPr>
            </a:lvl1pPr>
            <a:lvl2pPr marL="477727" indent="0" algn="l">
              <a:spcBef>
                <a:spcPts val="0"/>
              </a:spcBef>
              <a:spcAft>
                <a:spcPts val="277"/>
              </a:spcAft>
              <a:buFont typeface="+mj-lt"/>
              <a:buNone/>
              <a:tabLst>
                <a:tab pos="5958403" algn="r"/>
                <a:tab pos="6208990" algn="r"/>
                <a:tab pos="6376048" algn="r"/>
              </a:tabLst>
              <a:defRPr kumimoji="1" lang="en-US" altLang="ja-JP" sz="1292" kern="1200" dirty="0">
                <a:solidFill>
                  <a:schemeClr val="tx1"/>
                </a:solidFill>
                <a:latin typeface="+mn-ea"/>
                <a:ea typeface="+mn-ea"/>
                <a:cs typeface="+mn-cs"/>
              </a:defRPr>
            </a:lvl2pPr>
            <a:lvl3pPr marL="899769" indent="-158265" algn="l">
              <a:spcBef>
                <a:spcPts val="0"/>
              </a:spcBef>
              <a:spcAft>
                <a:spcPts val="277"/>
              </a:spcAft>
              <a:buFont typeface="Arial" panose="020B0604020202020204" pitchFamily="34" charset="0"/>
              <a:buChar char="•"/>
              <a:tabLst/>
              <a:defRPr>
                <a:latin typeface="+mn-ea"/>
                <a:ea typeface="+mn-ea"/>
              </a:defRPr>
            </a:lvl3pPr>
            <a:lvl4pPr marL="948128" indent="0">
              <a:buNone/>
              <a:tabLst/>
              <a:defRPr>
                <a:latin typeface="Yu Gothic UI" panose="020B0500000000000000" pitchFamily="50" charset="-128"/>
                <a:ea typeface="Yu Gothic UI" panose="020B0500000000000000" pitchFamily="50" charset="-128"/>
              </a:defRPr>
            </a:lvl4pPr>
            <a:lvl5pPr marL="1195784" indent="0">
              <a:buFont typeface="システムフォント"/>
              <a:buNone/>
              <a:tabLst/>
              <a:defRPr>
                <a:latin typeface="Yu Gothic UI" panose="020B0500000000000000" pitchFamily="50" charset="-128"/>
                <a:ea typeface="Yu Gothic UI" panose="020B05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7" name="タイトル 4">
            <a:extLst>
              <a:ext uri="{FF2B5EF4-FFF2-40B4-BE49-F238E27FC236}">
                <a16:creationId xmlns:a16="http://schemas.microsoft.com/office/drawing/2014/main" id="{8204379D-C656-4DFC-9A29-E952D48D051C}"/>
              </a:ext>
            </a:extLst>
          </p:cNvPr>
          <p:cNvSpPr>
            <a:spLocks noGrp="1"/>
          </p:cNvSpPr>
          <p:nvPr>
            <p:ph type="title" hasCustomPrompt="1"/>
          </p:nvPr>
        </p:nvSpPr>
        <p:spPr>
          <a:xfrm>
            <a:off x="185539" y="259200"/>
            <a:ext cx="8772923" cy="356755"/>
          </a:xfrm>
        </p:spPr>
        <p:txBody>
          <a:bodyPr vert="horz"/>
          <a:lstStyle>
            <a:lvl1pPr>
              <a:defRPr>
                <a:latin typeface="+mj-ea"/>
                <a:ea typeface="+mj-ea"/>
              </a:defRPr>
            </a:lvl1pPr>
          </a:lstStyle>
          <a:p>
            <a:r>
              <a:rPr kumimoji="1" lang="ja-JP" altLang="en-US" dirty="0"/>
              <a:t>目次タイトルを入力</a:t>
            </a:r>
          </a:p>
        </p:txBody>
      </p:sp>
    </p:spTree>
    <p:extLst>
      <p:ext uri="{BB962C8B-B14F-4D97-AF65-F5344CB8AC3E}">
        <p14:creationId xmlns:p14="http://schemas.microsoft.com/office/powerpoint/2010/main" val="227534537"/>
      </p:ext>
    </p:extLst>
  </p:cSld>
  <p:clrMapOvr>
    <a:masterClrMapping/>
  </p:clrMapOvr>
  <p:extLst>
    <p:ext uri="{DCECCB84-F9BA-43D5-87BE-67443E8EF086}">
      <p15:sldGuideLst xmlns:p15="http://schemas.microsoft.com/office/powerpoint/2012/main">
        <p15:guide id="1" pos="5297">
          <p15:clr>
            <a:srgbClr val="FBAE40"/>
          </p15:clr>
        </p15:guide>
        <p15:guide id="2" pos="94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次（多/二段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8492954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2" name="オブジェクト 1"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5" name="Content Placeholder 2"/>
          <p:cNvSpPr>
            <a:spLocks noGrp="1"/>
          </p:cNvSpPr>
          <p:nvPr>
            <p:ph sz="half" idx="1"/>
          </p:nvPr>
        </p:nvSpPr>
        <p:spPr>
          <a:xfrm>
            <a:off x="384458" y="1120655"/>
            <a:ext cx="8375088" cy="5135766"/>
          </a:xfrm>
        </p:spPr>
        <p:txBody>
          <a:bodyPr rIns="0" numCol="2" spcCol="360000">
            <a:noAutofit/>
          </a:bodyPr>
          <a:lstStyle>
            <a:lvl1pPr marL="250587" indent="-250587" algn="l">
              <a:lnSpc>
                <a:spcPct val="110000"/>
              </a:lnSpc>
              <a:spcBef>
                <a:spcPts val="554"/>
              </a:spcBef>
              <a:buClr>
                <a:srgbClr val="000F78"/>
              </a:buClr>
              <a:buFont typeface="+mj-lt"/>
              <a:buAutoNum type="arabicPeriod"/>
              <a:tabLst>
                <a:tab pos="3643037" algn="r"/>
                <a:tab pos="3895090" algn="r"/>
                <a:tab pos="4053355" algn="r"/>
                <a:tab pos="4141280" algn="r"/>
                <a:tab pos="5964264" algn="r"/>
                <a:tab pos="6291054" algn="r"/>
              </a:tabLst>
              <a:defRPr sz="1292" b="0">
                <a:latin typeface="+mn-ea"/>
                <a:ea typeface="+mn-ea"/>
              </a:defRPr>
            </a:lvl1pPr>
            <a:lvl2pPr marL="477727" indent="0" algn="l">
              <a:spcBef>
                <a:spcPts val="0"/>
              </a:spcBef>
              <a:spcAft>
                <a:spcPts val="277"/>
              </a:spcAft>
              <a:buFont typeface="+mj-lt"/>
              <a:buNone/>
              <a:tabLst>
                <a:tab pos="3643037" algn="r"/>
                <a:tab pos="3895090" algn="r"/>
                <a:tab pos="4053355" algn="r"/>
                <a:tab pos="4141280" algn="r"/>
                <a:tab pos="5964264" algn="r"/>
                <a:tab pos="6291054" algn="r"/>
              </a:tabLst>
              <a:defRPr kumimoji="1" lang="en-US" altLang="ja-JP" sz="1108" kern="1200" dirty="0">
                <a:solidFill>
                  <a:schemeClr val="tx1"/>
                </a:solidFill>
                <a:latin typeface="+mn-ea"/>
                <a:ea typeface="+mn-ea"/>
                <a:cs typeface="+mn-cs"/>
              </a:defRPr>
            </a:lvl2pPr>
            <a:lvl3pPr marL="899769" indent="-158265" algn="l">
              <a:spcBef>
                <a:spcPts val="0"/>
              </a:spcBef>
              <a:spcAft>
                <a:spcPts val="277"/>
              </a:spcAft>
              <a:buFont typeface="Arial" panose="020B0604020202020204" pitchFamily="34" charset="0"/>
              <a:buChar char="•"/>
              <a:tabLst>
                <a:tab pos="3643037" algn="r"/>
                <a:tab pos="3895090" algn="r"/>
                <a:tab pos="4053355" algn="r"/>
              </a:tabLst>
              <a:defRPr sz="1108">
                <a:latin typeface="+mn-ea"/>
                <a:ea typeface="+mn-ea"/>
              </a:defRPr>
            </a:lvl3pPr>
            <a:lvl4pPr marL="948128" indent="0">
              <a:buNone/>
              <a:tabLst/>
              <a:defRPr>
                <a:latin typeface="Yu Gothic UI" panose="020B0500000000000000" pitchFamily="50" charset="-128"/>
                <a:ea typeface="Yu Gothic UI" panose="020B0500000000000000" pitchFamily="50" charset="-128"/>
              </a:defRPr>
            </a:lvl4pPr>
            <a:lvl5pPr marL="1195784" indent="0">
              <a:buFont typeface="システムフォント"/>
              <a:buNone/>
              <a:tabLst/>
              <a:defRPr>
                <a:latin typeface="Yu Gothic UI" panose="020B0500000000000000" pitchFamily="50" charset="-128"/>
                <a:ea typeface="Yu Gothic UI" panose="020B05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6" name="タイトル 3">
            <a:extLst>
              <a:ext uri="{FF2B5EF4-FFF2-40B4-BE49-F238E27FC236}">
                <a16:creationId xmlns:a16="http://schemas.microsoft.com/office/drawing/2014/main" id="{428C50A7-B2DD-41D0-8891-C4838ACDA6EA}"/>
              </a:ext>
            </a:extLst>
          </p:cNvPr>
          <p:cNvSpPr>
            <a:spLocks noGrp="1"/>
          </p:cNvSpPr>
          <p:nvPr>
            <p:ph type="title" hasCustomPrompt="1"/>
          </p:nvPr>
        </p:nvSpPr>
        <p:spPr>
          <a:xfrm>
            <a:off x="185539" y="259200"/>
            <a:ext cx="8772923" cy="356755"/>
          </a:xfrm>
        </p:spPr>
        <p:txBody>
          <a:bodyPr vert="horz"/>
          <a:lstStyle>
            <a:lvl1pPr>
              <a:defRPr>
                <a:latin typeface="+mj-ea"/>
                <a:ea typeface="+mj-ea"/>
              </a:defRPr>
            </a:lvl1pPr>
          </a:lstStyle>
          <a:p>
            <a:r>
              <a:rPr kumimoji="1" lang="ja-JP" altLang="en-US" dirty="0"/>
              <a:t>目次タイトルを入力</a:t>
            </a:r>
          </a:p>
        </p:txBody>
      </p:sp>
    </p:spTree>
    <p:extLst>
      <p:ext uri="{BB962C8B-B14F-4D97-AF65-F5344CB8AC3E}">
        <p14:creationId xmlns:p14="http://schemas.microsoft.com/office/powerpoint/2010/main" val="22035843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中表紙">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65965337"/>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1D6ED402-EDA3-6FE1-ADA1-817DD97B373E}"/>
              </a:ext>
            </a:extLst>
          </p:cNvPr>
          <p:cNvPicPr>
            <a:picLocks noChangeAspect="1"/>
          </p:cNvPicPr>
          <p:nvPr userDrawn="1"/>
        </p:nvPicPr>
        <p:blipFill>
          <a:blip r:embed="rId5"/>
          <a:stretch>
            <a:fillRect/>
          </a:stretch>
        </p:blipFill>
        <p:spPr>
          <a:xfrm>
            <a:off x="185800" y="0"/>
            <a:ext cx="8958200" cy="6858000"/>
          </a:xfrm>
          <a:prstGeom prst="rect">
            <a:avLst/>
          </a:prstGeom>
        </p:spPr>
      </p:pic>
      <p:sp>
        <p:nvSpPr>
          <p:cNvPr id="6" name="タイトル 1">
            <a:extLst>
              <a:ext uri="{FF2B5EF4-FFF2-40B4-BE49-F238E27FC236}">
                <a16:creationId xmlns:a16="http://schemas.microsoft.com/office/drawing/2014/main" id="{C6C67CC5-5ED1-405E-80A7-6ACF6F8FCC4F}"/>
              </a:ext>
            </a:extLst>
          </p:cNvPr>
          <p:cNvSpPr>
            <a:spLocks noGrp="1"/>
          </p:cNvSpPr>
          <p:nvPr>
            <p:ph type="title"/>
          </p:nvPr>
        </p:nvSpPr>
        <p:spPr>
          <a:xfrm>
            <a:off x="184639" y="3060000"/>
            <a:ext cx="7976683" cy="504000"/>
          </a:xfrm>
          <a:noFill/>
        </p:spPr>
        <p:txBody>
          <a:bodyPr vert="horz" wrap="square" lIns="0" tIns="0" rIns="0" bIns="144000" rtlCol="0" anchor="b">
            <a:noAutofit/>
          </a:bodyPr>
          <a:lstStyle>
            <a:lvl1pPr marL="0" indent="0" algn="l">
              <a:spcBef>
                <a:spcPts val="0"/>
              </a:spcBef>
              <a:buFontTx/>
              <a:buNone/>
              <a:tabLst>
                <a:tab pos="83529" algn="l"/>
              </a:tabLst>
              <a:defRPr lang="ja-JP" altLang="en-US" sz="2215">
                <a:solidFill>
                  <a:srgbClr val="000F78"/>
                </a:solidFill>
                <a:latin typeface="+mj-ea"/>
                <a:ea typeface="+mj-ea"/>
                <a:cs typeface="+mn-cs"/>
              </a:defRPr>
            </a:lvl1pPr>
          </a:lstStyle>
          <a:p>
            <a:pPr marL="0" indent="0">
              <a:spcBef>
                <a:spcPts val="0"/>
              </a:spcBef>
              <a:buFontTx/>
              <a:buNone/>
            </a:pPr>
            <a:r>
              <a:rPr lang="ja-JP" altLang="en-US" dirty="0"/>
              <a:t>マスター タイトルの書式設定</a:t>
            </a:r>
          </a:p>
        </p:txBody>
      </p:sp>
    </p:spTree>
    <p:extLst>
      <p:ext uri="{BB962C8B-B14F-4D97-AF65-F5344CB8AC3E}">
        <p14:creationId xmlns:p14="http://schemas.microsoft.com/office/powerpoint/2010/main" val="23451749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18511264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554" imgH="551" progId="TCLayout.ActiveDocument.1">
                  <p:embed/>
                </p:oleObj>
              </mc:Choice>
              <mc:Fallback>
                <p:oleObj name="think-cell スライド" r:id="rId3" imgW="554" imgH="551"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417697E7-3F46-4BBA-A911-DBD857A6FCC5}"/>
              </a:ext>
            </a:extLst>
          </p:cNvPr>
          <p:cNvSpPr>
            <a:spLocks noGrp="1"/>
          </p:cNvSpPr>
          <p:nvPr>
            <p:ph type="title" hasCustomPrompt="1"/>
          </p:nvPr>
        </p:nvSpPr>
        <p:spPr>
          <a:xfrm>
            <a:off x="185539" y="259200"/>
            <a:ext cx="8772923" cy="356755"/>
          </a:xfrm>
          <a:prstGeom prst="rect">
            <a:avLst/>
          </a:prstGeom>
        </p:spPr>
        <p:txBody>
          <a:bodyPr vert="horz"/>
          <a:lstStyle>
            <a:lvl1pPr>
              <a:defRPr baseline="0">
                <a:latin typeface="+mj-ea"/>
                <a:ea typeface="+mj-ea"/>
              </a:defRPr>
            </a:lvl1pPr>
          </a:lstStyle>
          <a:p>
            <a:r>
              <a:rPr kumimoji="1" lang="en-US" altLang="ja-JP" dirty="0"/>
              <a:t>1</a:t>
            </a:r>
            <a:r>
              <a:rPr kumimoji="1" lang="ja-JP" altLang="en-US" dirty="0"/>
              <a:t>行レイアウト タイトル</a:t>
            </a:r>
            <a:r>
              <a:rPr lang="en-US" altLang="ja-JP" dirty="0"/>
              <a:t>/</a:t>
            </a:r>
            <a:r>
              <a:rPr lang="ja-JP" altLang="en-US" dirty="0"/>
              <a:t>スライドタイトル</a:t>
            </a:r>
            <a:r>
              <a:rPr kumimoji="1" lang="ja-JP" altLang="en-US" dirty="0"/>
              <a:t>を入力</a:t>
            </a:r>
          </a:p>
        </p:txBody>
      </p:sp>
    </p:spTree>
    <p:extLst>
      <p:ext uri="{BB962C8B-B14F-4D97-AF65-F5344CB8AC3E}">
        <p14:creationId xmlns:p14="http://schemas.microsoft.com/office/powerpoint/2010/main" val="2536791757"/>
      </p:ext>
    </p:extLst>
  </p:cSld>
  <p:clrMapOvr>
    <a:masterClrMapping/>
  </p:clrMapOvr>
  <p:extLst>
    <p:ext uri="{DCECCB84-F9BA-43D5-87BE-67443E8EF086}">
      <p15:sldGuideLst xmlns:p15="http://schemas.microsoft.com/office/powerpoint/2012/main">
        <p15:guide id="1"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行タイトル+本文">
    <p:spTree>
      <p:nvGrpSpPr>
        <p:cNvPr id="1" name=""/>
        <p:cNvGrpSpPr/>
        <p:nvPr/>
      </p:nvGrpSpPr>
      <p:grpSpPr>
        <a:xfrm>
          <a:off x="0" y="0"/>
          <a:ext cx="0" cy="0"/>
          <a:chOff x="0" y="0"/>
          <a:chExt cx="0" cy="0"/>
        </a:xfrm>
      </p:grpSpPr>
      <p:graphicFrame>
        <p:nvGraphicFramePr>
          <p:cNvPr id="5" name="オブジェクト 4" hidden="1"/>
          <p:cNvGraphicFramePr>
            <a:graphicFrameLocks noChangeAspect="1"/>
          </p:cNvGraphicFramePr>
          <p:nvPr userDrawn="1">
            <p:custDataLst>
              <p:tags r:id="rId1"/>
            </p:custDataLst>
            <p:extLst>
              <p:ext uri="{D42A27DB-BD31-4B8C-83A1-F6EECF244321}">
                <p14:modId xmlns:p14="http://schemas.microsoft.com/office/powerpoint/2010/main" val="1922395224"/>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554" imgH="551" progId="TCLayout.ActiveDocument.1">
                  <p:embed/>
                </p:oleObj>
              </mc:Choice>
              <mc:Fallback>
                <p:oleObj name="think-cell スライド" r:id="rId3" imgW="554" imgH="551" progId="TCLayout.ActiveDocument.1">
                  <p:embed/>
                  <p:pic>
                    <p:nvPicPr>
                      <p:cNvPr id="5" name="オブジェクト 4"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 name="コンテンツ プレースホルダー 3">
            <a:extLst>
              <a:ext uri="{FF2B5EF4-FFF2-40B4-BE49-F238E27FC236}">
                <a16:creationId xmlns:a16="http://schemas.microsoft.com/office/drawing/2014/main" id="{B89C78DF-9F4E-428F-8949-4660E432C58A}"/>
              </a:ext>
            </a:extLst>
          </p:cNvPr>
          <p:cNvSpPr>
            <a:spLocks noGrp="1"/>
          </p:cNvSpPr>
          <p:nvPr>
            <p:ph sz="quarter" idx="10"/>
          </p:nvPr>
        </p:nvSpPr>
        <p:spPr>
          <a:xfrm>
            <a:off x="184639" y="836713"/>
            <a:ext cx="8772923" cy="5616575"/>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3" name="タイトル 2">
            <a:extLst>
              <a:ext uri="{FF2B5EF4-FFF2-40B4-BE49-F238E27FC236}">
                <a16:creationId xmlns:a16="http://schemas.microsoft.com/office/drawing/2014/main" id="{8E5B7E22-4349-4043-8C35-8AA7558D38DE}"/>
              </a:ext>
            </a:extLst>
          </p:cNvPr>
          <p:cNvSpPr>
            <a:spLocks noGrp="1"/>
          </p:cNvSpPr>
          <p:nvPr>
            <p:ph type="title" hasCustomPrompt="1"/>
          </p:nvPr>
        </p:nvSpPr>
        <p:spPr>
          <a:xfrm>
            <a:off x="185539" y="259200"/>
            <a:ext cx="8772923" cy="356755"/>
          </a:xfrm>
          <a:prstGeom prst="rect">
            <a:avLst/>
          </a:prstGeom>
          <a:blipFill>
            <a:blip r:embed="rId5"/>
            <a:stretch>
              <a:fillRect/>
            </a:stretch>
          </a:blipFill>
        </p:spPr>
        <p:txBody>
          <a:bodyPr vert="horz"/>
          <a:lstStyle>
            <a:lvl1pPr>
              <a:defRPr>
                <a:latin typeface="+mj-ea"/>
                <a:ea typeface="+mj-ea"/>
              </a:defRPr>
            </a:lvl1pPr>
          </a:lstStyle>
          <a:p>
            <a:r>
              <a:rPr kumimoji="1" lang="en-US" altLang="ja-JP" dirty="0"/>
              <a:t>1</a:t>
            </a:r>
            <a:r>
              <a:rPr kumimoji="1" lang="ja-JP" altLang="en-US" dirty="0"/>
              <a:t>行レイアウト タイトル</a:t>
            </a:r>
            <a:r>
              <a:rPr lang="en-US" altLang="ja-JP" dirty="0"/>
              <a:t>/</a:t>
            </a:r>
            <a:r>
              <a:rPr lang="ja-JP" altLang="en-US" dirty="0"/>
              <a:t>スライドタイトル</a:t>
            </a:r>
            <a:r>
              <a:rPr kumimoji="1" lang="ja-JP" altLang="en-US" dirty="0"/>
              <a:t>を入力</a:t>
            </a:r>
          </a:p>
        </p:txBody>
      </p:sp>
    </p:spTree>
    <p:extLst>
      <p:ext uri="{BB962C8B-B14F-4D97-AF65-F5344CB8AC3E}">
        <p14:creationId xmlns:p14="http://schemas.microsoft.com/office/powerpoint/2010/main" val="2797660385"/>
      </p:ext>
    </p:extLst>
  </p:cSld>
  <p:clrMapOvr>
    <a:masterClrMapping/>
  </p:clrMapOvr>
  <p:extLst>
    <p:ext uri="{DCECCB84-F9BA-43D5-87BE-67443E8EF086}">
      <p15:sldGuideLst xmlns:p15="http://schemas.microsoft.com/office/powerpoint/2012/main">
        <p15:guide id="3" orient="horz" pos="52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章＋1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27720048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673200"/>
          </a:xfrm>
        </p:spPr>
        <p:txBody>
          <a:bodyPr vert="horz" tIns="324000">
            <a:spAutoFit/>
          </a:bodyPr>
          <a:lstStyle>
            <a:lvl1pPr fontAlgn="ctr">
              <a:defRPr baseline="0">
                <a:latin typeface="+mj-ea"/>
                <a:ea typeface="+mj-ea"/>
              </a:defRPr>
            </a:lvl1pPr>
          </a:lstStyle>
          <a:p>
            <a:r>
              <a:rPr lang="en-US" altLang="ja-JP" dirty="0"/>
              <a:t>1</a:t>
            </a:r>
            <a:r>
              <a:rPr lang="ja-JP" altLang="en-US" dirty="0"/>
              <a:t>行レイアウト タイトル</a:t>
            </a:r>
            <a:r>
              <a:rPr lang="en-US" altLang="ja-JP" dirty="0"/>
              <a:t>/</a:t>
            </a:r>
            <a:r>
              <a:rPr lang="ja-JP" altLang="en-US" dirty="0"/>
              <a:t>スライドタイトルを入力</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rPr>
              <a:t>章タイトル</a:t>
            </a:r>
            <a:r>
              <a:rPr kumimoji="1" lang="en-US" altLang="ja-JP" sz="1292" b="1" i="0" kern="1200" baseline="0" dirty="0">
                <a:solidFill>
                  <a:srgbClr val="000F78"/>
                </a:solidFill>
                <a:latin typeface="Yu Gothic UI" panose="020B0500000000000000" pitchFamily="50" charset="-128"/>
                <a:ea typeface="Yu Gothic UI" panose="020B0500000000000000" pitchFamily="50" charset="-128"/>
                <a:cs typeface="+mj-cs"/>
              </a:rPr>
              <a:t>/</a:t>
            </a:r>
            <a:r>
              <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rPr>
              <a:t>スライドタイトルを入力</a:t>
            </a:r>
          </a:p>
        </p:txBody>
      </p:sp>
    </p:spTree>
    <p:extLst>
      <p:ext uri="{BB962C8B-B14F-4D97-AF65-F5344CB8AC3E}">
        <p14:creationId xmlns:p14="http://schemas.microsoft.com/office/powerpoint/2010/main" val="1990849551"/>
      </p:ext>
    </p:extLst>
  </p:cSld>
  <p:clrMapOvr>
    <a:masterClrMapping/>
  </p:clrMapOvr>
  <p:extLst>
    <p:ext uri="{DCECCB84-F9BA-43D5-87BE-67443E8EF086}">
      <p15:sldGuideLst xmlns:p15="http://schemas.microsoft.com/office/powerpoint/2012/main">
        <p15:guide id="1" orient="horz" pos="70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章＋1行タイトル+本文">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19120338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673200"/>
          </a:xfrm>
        </p:spPr>
        <p:txBody>
          <a:bodyPr vert="horz" tIns="324000">
            <a:spAutoFit/>
          </a:bodyPr>
          <a:lstStyle>
            <a:lvl1pPr fontAlgn="ctr">
              <a:defRPr>
                <a:latin typeface="+mj-ea"/>
                <a:ea typeface="+mj-ea"/>
              </a:defRPr>
            </a:lvl1pPr>
          </a:lstStyle>
          <a:p>
            <a:r>
              <a:rPr lang="en-US" altLang="ja-JP" dirty="0"/>
              <a:t>1</a:t>
            </a:r>
            <a:r>
              <a:rPr lang="ja-JP" altLang="en-US" dirty="0"/>
              <a:t>行レイアウト タイトル</a:t>
            </a:r>
            <a:r>
              <a:rPr lang="en-US" altLang="ja-JP" dirty="0"/>
              <a:t>/</a:t>
            </a:r>
            <a:r>
              <a:rPr lang="ja-JP" altLang="en-US" dirty="0"/>
              <a:t>スライドタイトルを入力</a:t>
            </a:r>
          </a:p>
        </p:txBody>
      </p:sp>
      <p:sp>
        <p:nvSpPr>
          <p:cNvPr id="9" name="コンテンツ プレースホルダー 8">
            <a:extLst>
              <a:ext uri="{FF2B5EF4-FFF2-40B4-BE49-F238E27FC236}">
                <a16:creationId xmlns:a16="http://schemas.microsoft.com/office/drawing/2014/main" id="{D8A45075-8F77-4535-9426-4755326A6EDF}"/>
              </a:ext>
            </a:extLst>
          </p:cNvPr>
          <p:cNvSpPr>
            <a:spLocks noGrp="1"/>
          </p:cNvSpPr>
          <p:nvPr>
            <p:ph sz="quarter" idx="10"/>
          </p:nvPr>
        </p:nvSpPr>
        <p:spPr>
          <a:xfrm>
            <a:off x="185539" y="1124744"/>
            <a:ext cx="8771792" cy="5328000"/>
          </a:xfrm>
        </p:spPr>
        <p:txBody>
          <a:bodyPr/>
          <a:lstStyle>
            <a:lvl1pPr fontAlgn="ctr">
              <a:defRPr>
                <a:latin typeface="+mn-ea"/>
                <a:ea typeface="+mn-ea"/>
              </a:defRPr>
            </a:lvl1pPr>
            <a:lvl2pPr fontAlgn="ctr">
              <a:defRPr>
                <a:latin typeface="+mn-ea"/>
                <a:ea typeface="+mn-ea"/>
              </a:defRPr>
            </a:lvl2pPr>
            <a:lvl3pPr fontAlgn="ctr">
              <a:defRPr>
                <a:latin typeface="+mn-ea"/>
                <a:ea typeface="+mn-ea"/>
              </a:defRPr>
            </a:lvl3pPr>
            <a:lvl4pPr fontAlgn="ctr">
              <a:defRPr>
                <a:latin typeface="+mn-ea"/>
                <a:ea typeface="+mn-ea"/>
              </a:defRPr>
            </a:lvl4pPr>
            <a:lvl5pPr fontAlgn="ct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2750364192"/>
      </p:ext>
    </p:extLst>
  </p:cSld>
  <p:clrMapOvr>
    <a:masterClrMapping/>
  </p:clrMapOvr>
  <p:extLst>
    <p:ext uri="{DCECCB84-F9BA-43D5-87BE-67443E8EF086}">
      <p15:sldGuideLst xmlns:p15="http://schemas.microsoft.com/office/powerpoint/2012/main">
        <p15:guide id="1" orient="horz" pos="70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章＋2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925717711"/>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931620"/>
          </a:xfrm>
        </p:spPr>
        <p:txBody>
          <a:bodyPr vert="horz" tIns="324000">
            <a:spAutoFit/>
          </a:bodyPr>
          <a:lstStyle>
            <a:lvl1pPr fontAlgn="ctr">
              <a:spcBef>
                <a:spcPct val="0"/>
              </a:spcBef>
              <a:defRPr baseline="0">
                <a:latin typeface="+mj-ea"/>
                <a:ea typeface="+mj-ea"/>
              </a:defRPr>
            </a:lvl1pPr>
          </a:lstStyle>
          <a:p>
            <a:pPr lvl="0">
              <a:spcBef>
                <a:spcPct val="0"/>
              </a:spcBef>
            </a:pPr>
            <a:r>
              <a:rPr kumimoji="1" lang="en-US" altLang="ja-JP" dirty="0"/>
              <a:t>2</a:t>
            </a:r>
            <a:r>
              <a:rPr kumimoji="1" lang="ja-JP" altLang="en-US" dirty="0"/>
              <a:t>行レイアウト タイトル</a:t>
            </a:r>
            <a:r>
              <a:rPr lang="en-US" altLang="ja-JP" dirty="0"/>
              <a:t>/</a:t>
            </a:r>
            <a:br>
              <a:rPr lang="en-US" altLang="ja-JP" dirty="0"/>
            </a:br>
            <a:r>
              <a:rPr lang="ja-JP" altLang="en-US" dirty="0"/>
              <a:t>スライドタイトル</a:t>
            </a:r>
            <a:r>
              <a:rPr kumimoji="1" lang="ja-JP" altLang="en-US" dirty="0"/>
              <a:t>を入力</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1973113210"/>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2行タイトル+本文">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20490675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931620"/>
          </a:xfrm>
        </p:spPr>
        <p:txBody>
          <a:bodyPr vert="horz" tIns="324000">
            <a:spAutoFit/>
          </a:bodyPr>
          <a:lstStyle>
            <a:lvl1pPr fontAlgn="ctr">
              <a:spcBef>
                <a:spcPct val="0"/>
              </a:spcBef>
              <a:defRPr>
                <a:latin typeface="+mj-ea"/>
                <a:ea typeface="+mj-ea"/>
              </a:defRPr>
            </a:lvl1pPr>
          </a:lstStyle>
          <a:p>
            <a:pPr lvl="0">
              <a:spcBef>
                <a:spcPct val="0"/>
              </a:spcBef>
            </a:pPr>
            <a:r>
              <a:rPr kumimoji="1" lang="en-US" altLang="ja-JP" dirty="0"/>
              <a:t>2</a:t>
            </a:r>
            <a:r>
              <a:rPr kumimoji="1" lang="ja-JP" altLang="en-US" dirty="0"/>
              <a:t>行レイアウト タイトル</a:t>
            </a:r>
            <a:r>
              <a:rPr lang="en-US" altLang="ja-JP" dirty="0"/>
              <a:t>/</a:t>
            </a:r>
            <a:br>
              <a:rPr lang="en-US" altLang="ja-JP" dirty="0"/>
            </a:br>
            <a:r>
              <a:rPr lang="ja-JP" altLang="en-US" dirty="0"/>
              <a:t>スライドタイトル</a:t>
            </a:r>
            <a:r>
              <a:rPr kumimoji="1" lang="ja-JP" altLang="en-US" dirty="0"/>
              <a:t>を入力</a:t>
            </a:r>
          </a:p>
        </p:txBody>
      </p:sp>
      <p:sp>
        <p:nvSpPr>
          <p:cNvPr id="9" name="コンテンツ プレースホルダー 8">
            <a:extLst>
              <a:ext uri="{FF2B5EF4-FFF2-40B4-BE49-F238E27FC236}">
                <a16:creationId xmlns:a16="http://schemas.microsoft.com/office/drawing/2014/main" id="{D8A45075-8F77-4535-9426-4755326A6EDF}"/>
              </a:ext>
            </a:extLst>
          </p:cNvPr>
          <p:cNvSpPr>
            <a:spLocks noGrp="1"/>
          </p:cNvSpPr>
          <p:nvPr>
            <p:ph sz="quarter" idx="10"/>
          </p:nvPr>
        </p:nvSpPr>
        <p:spPr>
          <a:xfrm>
            <a:off x="185539" y="1485336"/>
            <a:ext cx="8771792" cy="4968000"/>
          </a:xfrm>
        </p:spPr>
        <p:txBody>
          <a:bodyPr/>
          <a:lstStyle>
            <a:lvl1pPr fontAlgn="ctr">
              <a:defRPr>
                <a:latin typeface="+mn-ea"/>
                <a:ea typeface="+mn-ea"/>
              </a:defRPr>
            </a:lvl1pPr>
            <a:lvl2pPr fontAlgn="ctr">
              <a:defRPr>
                <a:latin typeface="+mn-ea"/>
                <a:ea typeface="+mn-ea"/>
              </a:defRPr>
            </a:lvl2pPr>
            <a:lvl3pPr fontAlgn="ctr">
              <a:defRPr>
                <a:latin typeface="+mn-ea"/>
                <a:ea typeface="+mn-ea"/>
              </a:defRPr>
            </a:lvl3pPr>
            <a:lvl4pPr fontAlgn="ctr">
              <a:defRPr>
                <a:latin typeface="+mn-ea"/>
                <a:ea typeface="+mn-ea"/>
              </a:defRPr>
            </a:lvl4pPr>
            <a:lvl5pPr fontAlgn="ct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876693453"/>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プロフィー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104497631"/>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FBE7747-457A-47B4-8D78-525F18385533}"/>
              </a:ext>
            </a:extLst>
          </p:cNvPr>
          <p:cNvSpPr>
            <a:spLocks noGrp="1"/>
          </p:cNvSpPr>
          <p:nvPr>
            <p:ph type="title"/>
          </p:nvPr>
        </p:nvSpPr>
        <p:spPr>
          <a:xfrm>
            <a:off x="185539" y="259200"/>
            <a:ext cx="8772923" cy="356755"/>
          </a:xfrm>
        </p:spPr>
        <p:txBody>
          <a:bodyPr vert="horz" tIns="36000"/>
          <a:lstStyle>
            <a:lvl1pPr>
              <a:defRPr>
                <a:latin typeface="+mj-ea"/>
                <a:ea typeface="+mj-ea"/>
              </a:defRPr>
            </a:lvl1pPr>
          </a:lstStyle>
          <a:p>
            <a:r>
              <a:rPr kumimoji="1" lang="ja-JP" altLang="en-US" dirty="0"/>
              <a:t>マスター タイトルの書式設定</a:t>
            </a:r>
          </a:p>
        </p:txBody>
      </p:sp>
      <p:sp>
        <p:nvSpPr>
          <p:cNvPr id="25" name="テキスト ボックス 24">
            <a:extLst>
              <a:ext uri="{FF2B5EF4-FFF2-40B4-BE49-F238E27FC236}">
                <a16:creationId xmlns:a16="http://schemas.microsoft.com/office/drawing/2014/main" id="{EEAAFBC8-E7D9-4A89-B3EF-E866F293A9A1}"/>
              </a:ext>
            </a:extLst>
          </p:cNvPr>
          <p:cNvSpPr txBox="1"/>
          <p:nvPr userDrawn="1"/>
        </p:nvSpPr>
        <p:spPr>
          <a:xfrm>
            <a:off x="184639" y="1131885"/>
            <a:ext cx="581939" cy="27975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経歴</a:t>
            </a:r>
          </a:p>
        </p:txBody>
      </p:sp>
      <p:sp>
        <p:nvSpPr>
          <p:cNvPr id="26" name="テキスト ボックス 25">
            <a:extLst>
              <a:ext uri="{FF2B5EF4-FFF2-40B4-BE49-F238E27FC236}">
                <a16:creationId xmlns:a16="http://schemas.microsoft.com/office/drawing/2014/main" id="{5DD26883-9F47-4771-B812-9FFEC4043CA7}"/>
              </a:ext>
            </a:extLst>
          </p:cNvPr>
          <p:cNvSpPr txBox="1"/>
          <p:nvPr userDrawn="1"/>
        </p:nvSpPr>
        <p:spPr>
          <a:xfrm>
            <a:off x="4173231" y="1131886"/>
            <a:ext cx="1299366" cy="280587"/>
          </a:xfrm>
          <a:prstGeom prst="rect">
            <a:avLst/>
          </a:prstGeom>
          <a:noFill/>
        </p:spPr>
        <p:txBody>
          <a:bodyPr wrap="none" lIns="83077" tIns="0" rIns="0" bIns="0" rtlCol="0">
            <a:noAutofit/>
          </a:bodyPr>
          <a:lstStyle/>
          <a:p>
            <a:pPr algn="l" fontAlgn="ctr">
              <a:lnSpc>
                <a:spcPct val="100000"/>
              </a:lnSpc>
            </a:pPr>
            <a:r>
              <a:rPr lang="ja-JP" altLang="en-US" sz="1477" b="1" dirty="0">
                <a:solidFill>
                  <a:srgbClr val="000F78"/>
                </a:solidFill>
                <a:latin typeface="+mn-ea"/>
                <a:ea typeface="+mn-ea"/>
              </a:rPr>
              <a:t>主要プロジェクト</a:t>
            </a:r>
          </a:p>
        </p:txBody>
      </p:sp>
      <p:cxnSp>
        <p:nvCxnSpPr>
          <p:cNvPr id="27" name="直線コネクタ 26">
            <a:extLst>
              <a:ext uri="{FF2B5EF4-FFF2-40B4-BE49-F238E27FC236}">
                <a16:creationId xmlns:a16="http://schemas.microsoft.com/office/drawing/2014/main" id="{0692F409-148C-4ECA-8461-74E337BDD83A}"/>
              </a:ext>
            </a:extLst>
          </p:cNvPr>
          <p:cNvCxnSpPr>
            <a:cxnSpLocks/>
          </p:cNvCxnSpPr>
          <p:nvPr userDrawn="1"/>
        </p:nvCxnSpPr>
        <p:spPr>
          <a:xfrm>
            <a:off x="4040249" y="1125187"/>
            <a:ext cx="0" cy="532800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F1D5F7FB-D5C9-442A-A715-816C7DB310A8}"/>
              </a:ext>
            </a:extLst>
          </p:cNvPr>
          <p:cNvSpPr txBox="1"/>
          <p:nvPr userDrawn="1"/>
        </p:nvSpPr>
        <p:spPr>
          <a:xfrm>
            <a:off x="185052" y="3594302"/>
            <a:ext cx="528547" cy="26674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専門</a:t>
            </a:r>
          </a:p>
        </p:txBody>
      </p:sp>
      <p:cxnSp>
        <p:nvCxnSpPr>
          <p:cNvPr id="29" name="直線コネクタ 28">
            <a:extLst>
              <a:ext uri="{FF2B5EF4-FFF2-40B4-BE49-F238E27FC236}">
                <a16:creationId xmlns:a16="http://schemas.microsoft.com/office/drawing/2014/main" id="{2DC8E470-EBB0-4A37-855C-C3912B29471A}"/>
              </a:ext>
            </a:extLst>
          </p:cNvPr>
          <p:cNvCxnSpPr>
            <a:cxnSpLocks/>
          </p:cNvCxnSpPr>
          <p:nvPr userDrawn="1"/>
        </p:nvCxnSpPr>
        <p:spPr>
          <a:xfrm>
            <a:off x="251520" y="3429000"/>
            <a:ext cx="3588504" cy="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 20"/>
          <p:cNvSpPr>
            <a:spLocks noGrp="1"/>
          </p:cNvSpPr>
          <p:nvPr>
            <p:ph type="body" sz="quarter" idx="14"/>
          </p:nvPr>
        </p:nvSpPr>
        <p:spPr>
          <a:xfrm>
            <a:off x="184639" y="1412776"/>
            <a:ext cx="3655385" cy="1872208"/>
          </a:xfrm>
          <a:prstGeom prst="rect">
            <a:avLst/>
          </a:prstGeom>
        </p:spPr>
        <p:txBody>
          <a:bodyPr lIns="90000"/>
          <a:lstStyle>
            <a:lvl1pPr marL="172804" indent="-172804" fontAlgn="ctr">
              <a:tabLst>
                <a:tab pos="995021" algn="l"/>
              </a:tabLst>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13" name="テキスト プレースホルダ 20"/>
          <p:cNvSpPr>
            <a:spLocks noGrp="1"/>
          </p:cNvSpPr>
          <p:nvPr>
            <p:ph type="body" sz="quarter" idx="15"/>
          </p:nvPr>
        </p:nvSpPr>
        <p:spPr>
          <a:xfrm>
            <a:off x="184639" y="3861048"/>
            <a:ext cx="3655385" cy="2592140"/>
          </a:xfrm>
          <a:prstGeom prst="rect">
            <a:avLst/>
          </a:prstGeom>
        </p:spPr>
        <p:txBody>
          <a:bodyPr lIns="90000" rIns="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14" name="テキスト プレースホルダ 20"/>
          <p:cNvSpPr>
            <a:spLocks noGrp="1"/>
          </p:cNvSpPr>
          <p:nvPr>
            <p:ph type="body" sz="quarter" idx="16"/>
          </p:nvPr>
        </p:nvSpPr>
        <p:spPr>
          <a:xfrm>
            <a:off x="4173231" y="1412776"/>
            <a:ext cx="4785231" cy="5040412"/>
          </a:xfrm>
          <a:prstGeom prst="rect">
            <a:avLst/>
          </a:prstGeom>
        </p:spPr>
        <p:txBody>
          <a:bodyPr lIns="9000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Tree>
    <p:extLst>
      <p:ext uri="{BB962C8B-B14F-4D97-AF65-F5344CB8AC3E}">
        <p14:creationId xmlns:p14="http://schemas.microsoft.com/office/powerpoint/2010/main" val="3006749452"/>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プロフィール（章あり）">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21667242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タイトル 12">
            <a:extLst>
              <a:ext uri="{FF2B5EF4-FFF2-40B4-BE49-F238E27FC236}">
                <a16:creationId xmlns:a16="http://schemas.microsoft.com/office/drawing/2014/main" id="{54A96962-01C7-4CDE-BCC8-C65E26A9A134}"/>
              </a:ext>
            </a:extLst>
          </p:cNvPr>
          <p:cNvSpPr>
            <a:spLocks noGrp="1"/>
          </p:cNvSpPr>
          <p:nvPr>
            <p:ph type="title"/>
          </p:nvPr>
        </p:nvSpPr>
        <p:spPr>
          <a:xfrm>
            <a:off x="185539" y="259200"/>
            <a:ext cx="8772923" cy="671292"/>
          </a:xfrm>
        </p:spPr>
        <p:txBody>
          <a:bodyPr vert="horz" tIns="324000"/>
          <a:lstStyle>
            <a:lvl1pPr>
              <a:defRPr>
                <a:latin typeface="+mj-ea"/>
                <a:ea typeface="+mj-ea"/>
              </a:defRPr>
            </a:lvl1pPr>
          </a:lstStyle>
          <a:p>
            <a:r>
              <a:rPr kumimoji="1" lang="ja-JP" altLang="en-US" dirty="0"/>
              <a:t>マスター タイトルの書式設定</a:t>
            </a:r>
          </a:p>
        </p:txBody>
      </p:sp>
      <p:sp>
        <p:nvSpPr>
          <p:cNvPr id="14" name="テキスト プレースホルダー 19">
            <a:extLst>
              <a:ext uri="{FF2B5EF4-FFF2-40B4-BE49-F238E27FC236}">
                <a16:creationId xmlns:a16="http://schemas.microsoft.com/office/drawing/2014/main" id="{2553E7DF-AEA8-49DF-9D59-F29EB73B8959}"/>
              </a:ext>
            </a:extLst>
          </p:cNvPr>
          <p:cNvSpPr>
            <a:spLocks noGrp="1"/>
          </p:cNvSpPr>
          <p:nvPr>
            <p:ph type="body" sz="quarter" idx="20"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
        <p:nvSpPr>
          <p:cNvPr id="23" name="テキスト ボックス 22">
            <a:extLst>
              <a:ext uri="{FF2B5EF4-FFF2-40B4-BE49-F238E27FC236}">
                <a16:creationId xmlns:a16="http://schemas.microsoft.com/office/drawing/2014/main" id="{D7A95318-A8BD-4903-B279-AF9CDB5697B3}"/>
              </a:ext>
            </a:extLst>
          </p:cNvPr>
          <p:cNvSpPr txBox="1"/>
          <p:nvPr userDrawn="1"/>
        </p:nvSpPr>
        <p:spPr>
          <a:xfrm>
            <a:off x="184639" y="1132716"/>
            <a:ext cx="581939" cy="27975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経歴</a:t>
            </a:r>
          </a:p>
        </p:txBody>
      </p:sp>
      <p:sp>
        <p:nvSpPr>
          <p:cNvPr id="24" name="テキスト ボックス 23">
            <a:extLst>
              <a:ext uri="{FF2B5EF4-FFF2-40B4-BE49-F238E27FC236}">
                <a16:creationId xmlns:a16="http://schemas.microsoft.com/office/drawing/2014/main" id="{E96DC105-3612-45FB-8BFC-2C6F9403A975}"/>
              </a:ext>
            </a:extLst>
          </p:cNvPr>
          <p:cNvSpPr txBox="1"/>
          <p:nvPr userDrawn="1"/>
        </p:nvSpPr>
        <p:spPr>
          <a:xfrm>
            <a:off x="4173231" y="1131886"/>
            <a:ext cx="1299366" cy="280587"/>
          </a:xfrm>
          <a:prstGeom prst="rect">
            <a:avLst/>
          </a:prstGeom>
          <a:noFill/>
        </p:spPr>
        <p:txBody>
          <a:bodyPr wrap="none" lIns="83077" tIns="0" rIns="0" bIns="0" rtlCol="0">
            <a:noAutofit/>
          </a:bodyPr>
          <a:lstStyle/>
          <a:p>
            <a:pPr algn="l" fontAlgn="ctr">
              <a:lnSpc>
                <a:spcPct val="100000"/>
              </a:lnSpc>
            </a:pPr>
            <a:r>
              <a:rPr lang="ja-JP" altLang="en-US" sz="1477" b="1" dirty="0">
                <a:solidFill>
                  <a:srgbClr val="000F78"/>
                </a:solidFill>
                <a:latin typeface="+mn-ea"/>
                <a:ea typeface="+mn-ea"/>
              </a:rPr>
              <a:t>主要プロジェクト</a:t>
            </a:r>
          </a:p>
        </p:txBody>
      </p:sp>
      <p:cxnSp>
        <p:nvCxnSpPr>
          <p:cNvPr id="25" name="直線コネクタ 24">
            <a:extLst>
              <a:ext uri="{FF2B5EF4-FFF2-40B4-BE49-F238E27FC236}">
                <a16:creationId xmlns:a16="http://schemas.microsoft.com/office/drawing/2014/main" id="{7CA3323B-AF9B-4AF1-BE27-65FB15FB99A4}"/>
              </a:ext>
            </a:extLst>
          </p:cNvPr>
          <p:cNvCxnSpPr>
            <a:cxnSpLocks/>
          </p:cNvCxnSpPr>
          <p:nvPr userDrawn="1"/>
        </p:nvCxnSpPr>
        <p:spPr>
          <a:xfrm>
            <a:off x="4040249" y="1125187"/>
            <a:ext cx="0" cy="532800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9EA90D61-2335-40F0-A9AF-1BFBC8DDDD46}"/>
              </a:ext>
            </a:extLst>
          </p:cNvPr>
          <p:cNvSpPr txBox="1"/>
          <p:nvPr userDrawn="1"/>
        </p:nvSpPr>
        <p:spPr>
          <a:xfrm>
            <a:off x="185052" y="3594302"/>
            <a:ext cx="528547" cy="26674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専門</a:t>
            </a:r>
          </a:p>
        </p:txBody>
      </p:sp>
      <p:cxnSp>
        <p:nvCxnSpPr>
          <p:cNvPr id="27" name="直線コネクタ 26">
            <a:extLst>
              <a:ext uri="{FF2B5EF4-FFF2-40B4-BE49-F238E27FC236}">
                <a16:creationId xmlns:a16="http://schemas.microsoft.com/office/drawing/2014/main" id="{D183AE00-A38E-4339-B2DE-ADC882984879}"/>
              </a:ext>
            </a:extLst>
          </p:cNvPr>
          <p:cNvCxnSpPr>
            <a:cxnSpLocks/>
          </p:cNvCxnSpPr>
          <p:nvPr userDrawn="1"/>
        </p:nvCxnSpPr>
        <p:spPr>
          <a:xfrm>
            <a:off x="251520" y="3429000"/>
            <a:ext cx="3588504" cy="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8" name="テキスト プレースホルダ 20"/>
          <p:cNvSpPr>
            <a:spLocks noGrp="1"/>
          </p:cNvSpPr>
          <p:nvPr>
            <p:ph type="body" sz="quarter" idx="14"/>
          </p:nvPr>
        </p:nvSpPr>
        <p:spPr>
          <a:xfrm>
            <a:off x="184639" y="1412776"/>
            <a:ext cx="3655385" cy="1872208"/>
          </a:xfrm>
          <a:prstGeom prst="rect">
            <a:avLst/>
          </a:prstGeom>
        </p:spPr>
        <p:txBody>
          <a:bodyPr lIns="90000"/>
          <a:lstStyle>
            <a:lvl1pPr marL="172804" indent="-172804" fontAlgn="ctr">
              <a:tabLst>
                <a:tab pos="995021" algn="l"/>
              </a:tabLst>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29" name="テキスト プレースホルダ 20"/>
          <p:cNvSpPr>
            <a:spLocks noGrp="1"/>
          </p:cNvSpPr>
          <p:nvPr>
            <p:ph type="body" sz="quarter" idx="15"/>
          </p:nvPr>
        </p:nvSpPr>
        <p:spPr>
          <a:xfrm>
            <a:off x="184639" y="3861048"/>
            <a:ext cx="3655385" cy="2592140"/>
          </a:xfrm>
          <a:prstGeom prst="rect">
            <a:avLst/>
          </a:prstGeom>
        </p:spPr>
        <p:txBody>
          <a:bodyPr lIns="90000" rIns="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p:txBody>
      </p:sp>
      <p:sp>
        <p:nvSpPr>
          <p:cNvPr id="30" name="テキスト プレースホルダ 20"/>
          <p:cNvSpPr>
            <a:spLocks noGrp="1"/>
          </p:cNvSpPr>
          <p:nvPr>
            <p:ph type="body" sz="quarter" idx="16"/>
          </p:nvPr>
        </p:nvSpPr>
        <p:spPr>
          <a:xfrm>
            <a:off x="4173231" y="1412776"/>
            <a:ext cx="4785231" cy="5040412"/>
          </a:xfrm>
          <a:prstGeom prst="rect">
            <a:avLst/>
          </a:prstGeom>
        </p:spPr>
        <p:txBody>
          <a:bodyPr lIns="9000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p:txBody>
      </p:sp>
    </p:spTree>
    <p:extLst>
      <p:ext uri="{BB962C8B-B14F-4D97-AF65-F5344CB8AC3E}">
        <p14:creationId xmlns:p14="http://schemas.microsoft.com/office/powerpoint/2010/main" val="450187744"/>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プロフィール 移動可">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237175262"/>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FBE7747-457A-47B4-8D78-525F18385533}"/>
              </a:ext>
            </a:extLst>
          </p:cNvPr>
          <p:cNvSpPr>
            <a:spLocks noGrp="1"/>
          </p:cNvSpPr>
          <p:nvPr>
            <p:ph type="title"/>
          </p:nvPr>
        </p:nvSpPr>
        <p:spPr>
          <a:xfrm>
            <a:off x="185539" y="259200"/>
            <a:ext cx="8772923" cy="356755"/>
          </a:xfrm>
        </p:spPr>
        <p:txBody>
          <a:bodyPr vert="horz" tIns="36000"/>
          <a:lstStyle>
            <a:lvl1pPr>
              <a:defRPr>
                <a:latin typeface="+mj-ea"/>
                <a:ea typeface="+mj-ea"/>
              </a:defRPr>
            </a:lvl1pPr>
          </a:lstStyle>
          <a:p>
            <a:r>
              <a:rPr kumimoji="1" lang="ja-JP" altLang="en-US" dirty="0"/>
              <a:t>マスター タイトルの書式設定</a:t>
            </a:r>
          </a:p>
        </p:txBody>
      </p:sp>
      <p:sp>
        <p:nvSpPr>
          <p:cNvPr id="19" name="テキスト プレースホルダ 20"/>
          <p:cNvSpPr>
            <a:spLocks noGrp="1"/>
          </p:cNvSpPr>
          <p:nvPr>
            <p:ph type="body" sz="quarter" idx="14" hasCustomPrompt="1"/>
          </p:nvPr>
        </p:nvSpPr>
        <p:spPr>
          <a:xfrm>
            <a:off x="186105" y="1130400"/>
            <a:ext cx="3655385" cy="2159446"/>
          </a:xfrm>
          <a:prstGeom prst="callout1">
            <a:avLst>
              <a:gd name="adj1" fmla="val 106472"/>
              <a:gd name="adj2" fmla="val 1730"/>
              <a:gd name="adj3" fmla="val 106411"/>
              <a:gd name="adj4" fmla="val 100056"/>
            </a:avLst>
          </a:prstGeom>
          <a:ln w="3175">
            <a:solidFill>
              <a:srgbClr val="000F78"/>
            </a:solidFill>
          </a:ln>
        </p:spPr>
        <p:txBody>
          <a:bodyPr lIns="90000" tIns="0" rIns="0"/>
          <a:lstStyle>
            <a:lvl1pPr marL="172804" marR="0" indent="-172804" algn="l" defTabSz="844083" rtl="0" eaLnBrk="1" fontAlgn="ctr" latinLnBrk="0" hangingPunct="1">
              <a:lnSpc>
                <a:spcPct val="100000"/>
              </a:lnSpc>
              <a:spcBef>
                <a:spcPts val="532"/>
              </a:spcBef>
              <a:spcAft>
                <a:spcPts val="0"/>
              </a:spcAft>
              <a:buClr>
                <a:srgbClr val="000F78"/>
              </a:buClr>
              <a:buSzTx/>
              <a:buFont typeface="Wingdings" panose="05000000000000000000" pitchFamily="2" charset="2"/>
              <a:buChar char="n"/>
              <a:tabLst>
                <a:tab pos="995021" algn="l"/>
              </a:tabLst>
              <a:defRPr sz="1108">
                <a:latin typeface="+mn-ea"/>
                <a:ea typeface="+mn-ea"/>
              </a:defRPr>
            </a:lvl1pPr>
            <a:lvl2pPr marL="329720" indent="-162835" fontAlgn="ctr">
              <a:defRPr sz="831">
                <a:latin typeface="+mn-ea"/>
                <a:ea typeface="+mn-ea"/>
              </a:defRPr>
            </a:lvl2pPr>
            <a:lvl3pPr marL="468566" marR="0" indent="-109664" algn="l" defTabSz="844083" rtl="0" eaLnBrk="1" fontAlgn="ctr" latinLnBrk="0" hangingPunct="1">
              <a:lnSpc>
                <a:spcPct val="100000"/>
              </a:lnSpc>
              <a:spcBef>
                <a:spcPts val="465"/>
              </a:spcBef>
              <a:spcAft>
                <a:spcPts val="0"/>
              </a:spcAft>
              <a:buClr>
                <a:srgbClr val="000F78"/>
              </a:buClr>
              <a:buSzTx/>
              <a:buFont typeface="Arial" panose="020B0604020202020204" pitchFamily="34" charset="0"/>
              <a:buChar char="•"/>
              <a:tabLst/>
              <a:defRPr sz="831">
                <a:latin typeface="+mn-ea"/>
                <a:ea typeface="+mn-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経歴</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0" name="テキスト プレースホルダ 20"/>
          <p:cNvSpPr>
            <a:spLocks noGrp="1"/>
          </p:cNvSpPr>
          <p:nvPr>
            <p:ph type="body" sz="quarter" idx="15" hasCustomPrompt="1"/>
          </p:nvPr>
        </p:nvSpPr>
        <p:spPr>
          <a:xfrm>
            <a:off x="186105" y="3592801"/>
            <a:ext cx="3655385" cy="2860388"/>
          </a:xfrm>
          <a:prstGeom prst="rect">
            <a:avLst/>
          </a:prstGeom>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marR="0" indent="-164127" algn="l" defTabSz="844083" rtl="0" eaLnBrk="1" fontAlgn="ctr" latinLnBrk="0" hangingPunct="1">
              <a:lnSpc>
                <a:spcPct val="100000"/>
              </a:lnSpc>
              <a:spcBef>
                <a:spcPts val="465"/>
              </a:spcBef>
              <a:spcAft>
                <a:spcPts val="0"/>
              </a:spcAft>
              <a:buClr>
                <a:srgbClr val="000F78"/>
              </a:buClr>
              <a:buSzTx/>
              <a:buFont typeface="Wingdings" panose="05000000000000000000" pitchFamily="2" charset="2"/>
              <a:buChar char="l"/>
              <a:tabLst/>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専門</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1" name="テキスト プレースホルダ 20"/>
          <p:cNvSpPr>
            <a:spLocks noGrp="1"/>
          </p:cNvSpPr>
          <p:nvPr>
            <p:ph type="body" sz="quarter" idx="16" hasCustomPrompt="1"/>
          </p:nvPr>
        </p:nvSpPr>
        <p:spPr>
          <a:xfrm>
            <a:off x="4174131" y="1130400"/>
            <a:ext cx="4785231" cy="5322788"/>
          </a:xfrm>
          <a:prstGeom prst="callout1">
            <a:avLst>
              <a:gd name="adj1" fmla="val -18"/>
              <a:gd name="adj2" fmla="val -2797"/>
              <a:gd name="adj3" fmla="val 100131"/>
              <a:gd name="adj4" fmla="val -2752"/>
            </a:avLst>
          </a:prstGeom>
          <a:ln w="3175">
            <a:solidFill>
              <a:srgbClr val="000F78"/>
            </a:solidFill>
          </a:ln>
        </p:spPr>
        <p:txBody>
          <a:bodyPr lIns="90000" tIns="0" rIns="0"/>
          <a:lstStyle>
            <a:lvl1pPr marL="172804" indent="-172804" fontAlgn="ctr">
              <a:spcBef>
                <a:spcPts val="532"/>
              </a:spcBef>
              <a:defRPr sz="1108">
                <a:latin typeface="Yu Gothic UI" panose="020B0500000000000000" pitchFamily="50" charset="-128"/>
                <a:ea typeface="Yu Gothic UI" panose="020B0500000000000000" pitchFamily="50" charset="-128"/>
              </a:defRPr>
            </a:lvl1pPr>
            <a:lvl2pPr marL="329720" indent="-164127" fontAlgn="ctr">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spcBef>
                <a:spcPts val="199"/>
              </a:spcBef>
              <a:buNone/>
              <a:defRPr sz="1477" b="1">
                <a:solidFill>
                  <a:srgbClr val="000F78"/>
                </a:solidFill>
                <a:latin typeface="+mn-ea"/>
                <a:ea typeface="+mn-ea"/>
              </a:defRPr>
            </a:lvl4pPr>
            <a:lvl5pPr>
              <a:defRPr sz="1108"/>
            </a:lvl5pPr>
          </a:lstStyle>
          <a:p>
            <a:pPr lvl="3"/>
            <a:r>
              <a:rPr kumimoji="1" lang="ja-JP" altLang="en-US" dirty="0"/>
              <a:t>主要プロジェクト</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2687093459"/>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プロフィール（章あり）移動可">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263565461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タイトル 12">
            <a:extLst>
              <a:ext uri="{FF2B5EF4-FFF2-40B4-BE49-F238E27FC236}">
                <a16:creationId xmlns:a16="http://schemas.microsoft.com/office/drawing/2014/main" id="{54A96962-01C7-4CDE-BCC8-C65E26A9A134}"/>
              </a:ext>
            </a:extLst>
          </p:cNvPr>
          <p:cNvSpPr>
            <a:spLocks noGrp="1"/>
          </p:cNvSpPr>
          <p:nvPr>
            <p:ph type="title"/>
          </p:nvPr>
        </p:nvSpPr>
        <p:spPr>
          <a:xfrm>
            <a:off x="185539" y="259200"/>
            <a:ext cx="8772923" cy="671292"/>
          </a:xfrm>
        </p:spPr>
        <p:txBody>
          <a:bodyPr vert="horz" tIns="324000"/>
          <a:lstStyle>
            <a:lvl1pPr>
              <a:defRPr>
                <a:latin typeface="+mj-ea"/>
                <a:ea typeface="+mj-ea"/>
              </a:defRPr>
            </a:lvl1pPr>
          </a:lstStyle>
          <a:p>
            <a:r>
              <a:rPr kumimoji="1" lang="ja-JP" altLang="en-US" dirty="0"/>
              <a:t>マスター タイトルの書式設定</a:t>
            </a:r>
          </a:p>
        </p:txBody>
      </p:sp>
      <p:sp>
        <p:nvSpPr>
          <p:cNvPr id="14" name="テキスト プレースホルダー 19">
            <a:extLst>
              <a:ext uri="{FF2B5EF4-FFF2-40B4-BE49-F238E27FC236}">
                <a16:creationId xmlns:a16="http://schemas.microsoft.com/office/drawing/2014/main" id="{2553E7DF-AEA8-49DF-9D59-F29EB73B8959}"/>
              </a:ext>
            </a:extLst>
          </p:cNvPr>
          <p:cNvSpPr>
            <a:spLocks noGrp="1"/>
          </p:cNvSpPr>
          <p:nvPr>
            <p:ph type="body" sz="quarter" idx="20"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
        <p:nvSpPr>
          <p:cNvPr id="21" name="テキスト プレースホルダ 20"/>
          <p:cNvSpPr>
            <a:spLocks noGrp="1"/>
          </p:cNvSpPr>
          <p:nvPr>
            <p:ph type="body" sz="quarter" idx="14" hasCustomPrompt="1"/>
          </p:nvPr>
        </p:nvSpPr>
        <p:spPr>
          <a:xfrm>
            <a:off x="186105" y="1130400"/>
            <a:ext cx="3655385" cy="2159446"/>
          </a:xfrm>
          <a:prstGeom prst="callout1">
            <a:avLst>
              <a:gd name="adj1" fmla="val 106472"/>
              <a:gd name="adj2" fmla="val 1730"/>
              <a:gd name="adj3" fmla="val 106411"/>
              <a:gd name="adj4" fmla="val 100056"/>
            </a:avLst>
          </a:prstGeom>
          <a:ln w="3175">
            <a:solidFill>
              <a:srgbClr val="000F78"/>
            </a:solidFill>
          </a:ln>
        </p:spPr>
        <p:txBody>
          <a:bodyPr lIns="90000" tIns="0" rIns="0"/>
          <a:lstStyle>
            <a:lvl1pPr marL="172804" marR="0" indent="-172804" algn="l" defTabSz="844083" rtl="0" eaLnBrk="1" fontAlgn="ctr" latinLnBrk="0" hangingPunct="1">
              <a:lnSpc>
                <a:spcPct val="100000"/>
              </a:lnSpc>
              <a:spcBef>
                <a:spcPts val="532"/>
              </a:spcBef>
              <a:spcAft>
                <a:spcPts val="0"/>
              </a:spcAft>
              <a:buClr>
                <a:srgbClr val="000F78"/>
              </a:buClr>
              <a:buSzTx/>
              <a:buFont typeface="Wingdings" panose="05000000000000000000" pitchFamily="2" charset="2"/>
              <a:buChar char="n"/>
              <a:tabLst>
                <a:tab pos="995021" algn="l"/>
              </a:tabLst>
              <a:defRPr sz="1108">
                <a:latin typeface="+mn-ea"/>
                <a:ea typeface="+mn-ea"/>
              </a:defRPr>
            </a:lvl1pPr>
            <a:lvl2pPr marL="329720" indent="-162835" fontAlgn="ctr">
              <a:defRPr sz="831">
                <a:latin typeface="+mn-ea"/>
                <a:ea typeface="+mn-ea"/>
              </a:defRPr>
            </a:lvl2pPr>
            <a:lvl3pPr marL="468566" marR="0" indent="-109664" algn="l" defTabSz="844083" rtl="0" eaLnBrk="1" fontAlgn="ctr" latinLnBrk="0" hangingPunct="1">
              <a:lnSpc>
                <a:spcPct val="100000"/>
              </a:lnSpc>
              <a:spcBef>
                <a:spcPts val="465"/>
              </a:spcBef>
              <a:spcAft>
                <a:spcPts val="0"/>
              </a:spcAft>
              <a:buClr>
                <a:srgbClr val="000F78"/>
              </a:buClr>
              <a:buSzTx/>
              <a:buFont typeface="Arial" panose="020B0604020202020204" pitchFamily="34" charset="0"/>
              <a:buChar char="•"/>
              <a:tabLst/>
              <a:defRPr sz="831">
                <a:latin typeface="+mn-ea"/>
                <a:ea typeface="+mn-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経歴</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2" name="テキスト プレースホルダ 20"/>
          <p:cNvSpPr>
            <a:spLocks noGrp="1"/>
          </p:cNvSpPr>
          <p:nvPr>
            <p:ph type="body" sz="quarter" idx="15" hasCustomPrompt="1"/>
          </p:nvPr>
        </p:nvSpPr>
        <p:spPr>
          <a:xfrm>
            <a:off x="186105" y="3592801"/>
            <a:ext cx="3655385" cy="2860388"/>
          </a:xfrm>
          <a:prstGeom prst="rect">
            <a:avLst/>
          </a:prstGeom>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marR="0" indent="-164127" algn="l" defTabSz="844083" rtl="0" eaLnBrk="1" fontAlgn="ctr" latinLnBrk="0" hangingPunct="1">
              <a:lnSpc>
                <a:spcPct val="100000"/>
              </a:lnSpc>
              <a:spcBef>
                <a:spcPts val="465"/>
              </a:spcBef>
              <a:spcAft>
                <a:spcPts val="0"/>
              </a:spcAft>
              <a:buClr>
                <a:srgbClr val="000F78"/>
              </a:buClr>
              <a:buSzTx/>
              <a:buFont typeface="Wingdings" panose="05000000000000000000" pitchFamily="2" charset="2"/>
              <a:buChar char="l"/>
              <a:tabLst/>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専門</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3" name="テキスト プレースホルダ 20"/>
          <p:cNvSpPr>
            <a:spLocks noGrp="1"/>
          </p:cNvSpPr>
          <p:nvPr>
            <p:ph type="body" sz="quarter" idx="16" hasCustomPrompt="1"/>
          </p:nvPr>
        </p:nvSpPr>
        <p:spPr>
          <a:xfrm>
            <a:off x="4174131" y="1130400"/>
            <a:ext cx="4785231" cy="5322788"/>
          </a:xfrm>
          <a:prstGeom prst="callout1">
            <a:avLst>
              <a:gd name="adj1" fmla="val -18"/>
              <a:gd name="adj2" fmla="val -2797"/>
              <a:gd name="adj3" fmla="val 100131"/>
              <a:gd name="adj4" fmla="val -2752"/>
            </a:avLst>
          </a:prstGeom>
          <a:ln w="3175">
            <a:solidFill>
              <a:srgbClr val="000F78"/>
            </a:solidFill>
          </a:ln>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indent="-164127" fontAlgn="ctr">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spcBef>
                <a:spcPts val="199"/>
              </a:spcBef>
              <a:buNone/>
              <a:defRPr sz="1477" b="1">
                <a:solidFill>
                  <a:srgbClr val="000F78"/>
                </a:solidFill>
                <a:latin typeface="+mn-ea"/>
                <a:ea typeface="+mn-ea"/>
              </a:defRPr>
            </a:lvl4pPr>
            <a:lvl5pPr>
              <a:defRPr sz="1108"/>
            </a:lvl5pPr>
          </a:lstStyle>
          <a:p>
            <a:pPr lvl="3"/>
            <a:r>
              <a:rPr kumimoji="1" lang="ja-JP" altLang="en-US" dirty="0"/>
              <a:t>主要プロジェクト</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4227648444"/>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1269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裏表紙">
    <p:spTree>
      <p:nvGrpSpPr>
        <p:cNvPr id="1" name=""/>
        <p:cNvGrpSpPr/>
        <p:nvPr/>
      </p:nvGrpSpPr>
      <p:grpSpPr>
        <a:xfrm>
          <a:off x="0" y="0"/>
          <a:ext cx="0" cy="0"/>
          <a:chOff x="0" y="0"/>
          <a:chExt cx="0" cy="0"/>
        </a:xfrm>
      </p:grpSpPr>
      <p:pic>
        <p:nvPicPr>
          <p:cNvPr id="27" name="図 26">
            <a:extLst>
              <a:ext uri="{FF2B5EF4-FFF2-40B4-BE49-F238E27FC236}">
                <a16:creationId xmlns:a16="http://schemas.microsoft.com/office/drawing/2014/main" id="{8579C954-6CF1-F280-36DD-2349B0D9F4F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3545" y="1981200"/>
            <a:ext cx="5176911" cy="2895600"/>
          </a:xfrm>
          <a:prstGeom prst="rect">
            <a:avLst/>
          </a:prstGeom>
        </p:spPr>
      </p:pic>
    </p:spTree>
    <p:extLst>
      <p:ext uri="{BB962C8B-B14F-4D97-AF65-F5344CB8AC3E}">
        <p14:creationId xmlns:p14="http://schemas.microsoft.com/office/powerpoint/2010/main" val="1783063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表紙（デジタル）">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userDrawn="1">
            <p:custDataLst>
              <p:tags r:id="rId1"/>
            </p:custDataLst>
            <p:extLst>
              <p:ext uri="{D42A27DB-BD31-4B8C-83A1-F6EECF244321}">
                <p14:modId xmlns:p14="http://schemas.microsoft.com/office/powerpoint/2010/main" val="130349078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7" name="オブジェクト 6"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Title 1"/>
          <p:cNvSpPr>
            <a:spLocks noGrp="1"/>
          </p:cNvSpPr>
          <p:nvPr>
            <p:ph type="ctrTitle"/>
          </p:nvPr>
        </p:nvSpPr>
        <p:spPr>
          <a:xfrm>
            <a:off x="454863" y="3015435"/>
            <a:ext cx="5845331" cy="413566"/>
          </a:xfrm>
          <a:noFill/>
        </p:spPr>
        <p:txBody>
          <a:bodyPr vert="horz"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14"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
        <p:nvSpPr>
          <p:cNvPr id="15" name="テキスト プレースホルダー 14">
            <a:extLst>
              <a:ext uri="{FF2B5EF4-FFF2-40B4-BE49-F238E27FC236}">
                <a16:creationId xmlns:a16="http://schemas.microsoft.com/office/drawing/2014/main" id="{FDC760E3-9F01-AD4C-BCF9-E22AE02BF0F0}"/>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16" name="テキスト プレースホルダー 14">
            <a:extLst>
              <a:ext uri="{FF2B5EF4-FFF2-40B4-BE49-F238E27FC236}">
                <a16:creationId xmlns:a16="http://schemas.microsoft.com/office/drawing/2014/main" id="{863F2344-476F-5942-A8C9-BC88457AB2D4}"/>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17" name="テキスト プレースホルダー 4">
            <a:extLst>
              <a:ext uri="{FF2B5EF4-FFF2-40B4-BE49-F238E27FC236}">
                <a16:creationId xmlns:a16="http://schemas.microsoft.com/office/drawing/2014/main" id="{E2E88B4C-DA79-CC41-98E9-9182634B031C}"/>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grpSp>
        <p:nvGrpSpPr>
          <p:cNvPr id="18" name="グループ化 17">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19"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20"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21" name="図 20">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pic>
        <p:nvPicPr>
          <p:cNvPr id="22" name="図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5" y="0"/>
            <a:ext cx="2746014" cy="6858000"/>
          </a:xfrm>
          <a:prstGeom prst="rect">
            <a:avLst/>
          </a:prstGeom>
        </p:spPr>
      </p:pic>
    </p:spTree>
    <p:extLst>
      <p:ext uri="{BB962C8B-B14F-4D97-AF65-F5344CB8AC3E}">
        <p14:creationId xmlns:p14="http://schemas.microsoft.com/office/powerpoint/2010/main" val="11080267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表紙（創発する社会1）">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897814898"/>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6" name="テキスト プレースホルダー 14">
            <a:extLst>
              <a:ext uri="{FF2B5EF4-FFF2-40B4-BE49-F238E27FC236}">
                <a16:creationId xmlns:a16="http://schemas.microsoft.com/office/drawing/2014/main" id="{FDC760E3-9F01-AD4C-BCF9-E22AE02BF0F0}"/>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grpSp>
        <p:nvGrpSpPr>
          <p:cNvPr id="47" name="グループ化 46">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48"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latin typeface="+mn-ea"/>
                <a:ea typeface="+mn-ea"/>
              </a:endParaRPr>
            </a:p>
          </p:txBody>
        </p:sp>
        <p:sp>
          <p:nvSpPr>
            <p:cNvPr id="49"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latin typeface="+mn-ea"/>
                <a:ea typeface="+mn-ea"/>
              </a:endParaRPr>
            </a:p>
          </p:txBody>
        </p:sp>
      </p:grpSp>
      <p:pic>
        <p:nvPicPr>
          <p:cNvPr id="50" name="図 49">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sp>
        <p:nvSpPr>
          <p:cNvPr id="51" name="Title 1">
            <a:extLst>
              <a:ext uri="{FF2B5EF4-FFF2-40B4-BE49-F238E27FC236}">
                <a16:creationId xmlns:a16="http://schemas.microsoft.com/office/drawing/2014/main" id="{C37C15CF-BEAF-5829-5EF7-87FD3E561FB2}"/>
              </a:ext>
            </a:extLst>
          </p:cNvPr>
          <p:cNvSpPr>
            <a:spLocks noGrp="1"/>
          </p:cNvSpPr>
          <p:nvPr>
            <p:ph type="ctrTitle"/>
          </p:nvPr>
        </p:nvSpPr>
        <p:spPr>
          <a:xfrm>
            <a:off x="454863" y="3015435"/>
            <a:ext cx="5845331"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a:t>マスター タイトルの書式設定</a:t>
            </a:r>
            <a:endParaRPr lang="en-US" dirty="0"/>
          </a:p>
        </p:txBody>
      </p:sp>
      <p:sp>
        <p:nvSpPr>
          <p:cNvPr id="52" name="テキスト プレースホルダー 14">
            <a:extLst>
              <a:ext uri="{FF2B5EF4-FFF2-40B4-BE49-F238E27FC236}">
                <a16:creationId xmlns:a16="http://schemas.microsoft.com/office/drawing/2014/main" id="{90FA0756-796A-C11D-07D9-87E1B6A23AC8}"/>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3" name="テキスト プレースホルダー 4">
            <a:extLst>
              <a:ext uri="{FF2B5EF4-FFF2-40B4-BE49-F238E27FC236}">
                <a16:creationId xmlns:a16="http://schemas.microsoft.com/office/drawing/2014/main" id="{7AF512AC-D7A5-2355-E4B1-B48DC5E61C5D}"/>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pic>
        <p:nvPicPr>
          <p:cNvPr id="54" name="図 53"/>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5" y="0"/>
            <a:ext cx="2735524" cy="6858000"/>
          </a:xfrm>
          <a:prstGeom prst="rect">
            <a:avLst/>
          </a:prstGeom>
        </p:spPr>
      </p:pic>
      <p:sp>
        <p:nvSpPr>
          <p:cNvPr id="13"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dirty="0"/>
          </a:p>
        </p:txBody>
      </p:sp>
    </p:spTree>
    <p:extLst>
      <p:ext uri="{BB962C8B-B14F-4D97-AF65-F5344CB8AC3E}">
        <p14:creationId xmlns:p14="http://schemas.microsoft.com/office/powerpoint/2010/main" val="11677821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表紙（創発する社会2）">
    <p:spTree>
      <p:nvGrpSpPr>
        <p:cNvPr id="1" name=""/>
        <p:cNvGrpSpPr/>
        <p:nvPr/>
      </p:nvGrpSpPr>
      <p:grpSpPr>
        <a:xfrm>
          <a:off x="0" y="0"/>
          <a:ext cx="0" cy="0"/>
          <a:chOff x="0" y="0"/>
          <a:chExt cx="0" cy="0"/>
        </a:xfrm>
      </p:grpSpPr>
      <p:graphicFrame>
        <p:nvGraphicFramePr>
          <p:cNvPr id="7" name="オブジェクト 6" hidden="1"/>
          <p:cNvGraphicFramePr>
            <a:graphicFrameLocks noChangeAspect="1"/>
          </p:cNvGraphicFramePr>
          <p:nvPr userDrawn="1">
            <p:custDataLst>
              <p:tags r:id="rId1"/>
            </p:custDataLst>
            <p:extLst>
              <p:ext uri="{D42A27DB-BD31-4B8C-83A1-F6EECF244321}">
                <p14:modId xmlns:p14="http://schemas.microsoft.com/office/powerpoint/2010/main" val="326777554"/>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7" name="オブジェクト 6" hidden="1"/>
                      <p:cNvPicPr/>
                      <p:nvPr/>
                    </p:nvPicPr>
                    <p:blipFill>
                      <a:blip r:embed="rId4"/>
                      <a:stretch>
                        <a:fillRect/>
                      </a:stretch>
                    </p:blipFill>
                    <p:spPr>
                      <a:xfrm>
                        <a:off x="1466" y="1588"/>
                        <a:ext cx="1466" cy="1588"/>
                      </a:xfrm>
                      <a:prstGeom prst="rect">
                        <a:avLst/>
                      </a:prstGeom>
                    </p:spPr>
                  </p:pic>
                </p:oleObj>
              </mc:Fallback>
            </mc:AlternateContent>
          </a:graphicData>
        </a:graphic>
      </p:graphicFrame>
      <p:grpSp>
        <p:nvGrpSpPr>
          <p:cNvPr id="47" name="グループ化 46">
            <a:extLst>
              <a:ext uri="{FF2B5EF4-FFF2-40B4-BE49-F238E27FC236}">
                <a16:creationId xmlns:a16="http://schemas.microsoft.com/office/drawing/2014/main" id="{536CC259-2020-4EC3-B5BE-B978935AF555}"/>
              </a:ext>
            </a:extLst>
          </p:cNvPr>
          <p:cNvGrpSpPr>
            <a:grpSpLocks noChangeAspect="1"/>
          </p:cNvGrpSpPr>
          <p:nvPr userDrawn="1"/>
        </p:nvGrpSpPr>
        <p:grpSpPr>
          <a:xfrm>
            <a:off x="454861" y="6091218"/>
            <a:ext cx="707815" cy="385678"/>
            <a:chOff x="200472" y="6597352"/>
            <a:chExt cx="355987" cy="179051"/>
          </a:xfrm>
        </p:grpSpPr>
        <p:sp>
          <p:nvSpPr>
            <p:cNvPr id="48" name="Freeform 290">
              <a:extLst>
                <a:ext uri="{FF2B5EF4-FFF2-40B4-BE49-F238E27FC236}">
                  <a16:creationId xmlns:a16="http://schemas.microsoft.com/office/drawing/2014/main" id="{B36ABA08-4E13-467F-AD78-99ED871D2895}"/>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9" name="Freeform 291">
              <a:extLst>
                <a:ext uri="{FF2B5EF4-FFF2-40B4-BE49-F238E27FC236}">
                  <a16:creationId xmlns:a16="http://schemas.microsoft.com/office/drawing/2014/main" id="{46B5DD99-F17B-4AA2-8492-07920C2264F9}"/>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50" name="図 49">
            <a:extLst>
              <a:ext uri="{FF2B5EF4-FFF2-40B4-BE49-F238E27FC236}">
                <a16:creationId xmlns:a16="http://schemas.microsoft.com/office/drawing/2014/main" id="{004D3937-B26B-B51B-B3B0-D5287C4390D2}"/>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4420518" y="5732623"/>
            <a:ext cx="1962912" cy="1102868"/>
          </a:xfrm>
          <a:prstGeom prst="rect">
            <a:avLst/>
          </a:prstGeom>
        </p:spPr>
      </p:pic>
      <p:sp>
        <p:nvSpPr>
          <p:cNvPr id="51" name="テキスト プレースホルダー 14">
            <a:extLst>
              <a:ext uri="{FF2B5EF4-FFF2-40B4-BE49-F238E27FC236}">
                <a16:creationId xmlns:a16="http://schemas.microsoft.com/office/drawing/2014/main" id="{ED2FDD07-8D52-3AC9-9E8D-08823CD82FBE}"/>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52" name="Title 1">
            <a:extLst>
              <a:ext uri="{FF2B5EF4-FFF2-40B4-BE49-F238E27FC236}">
                <a16:creationId xmlns:a16="http://schemas.microsoft.com/office/drawing/2014/main" id="{0FDE8325-FD29-3D5B-1080-B31184BBFFE3}"/>
              </a:ext>
            </a:extLst>
          </p:cNvPr>
          <p:cNvSpPr>
            <a:spLocks noGrp="1"/>
          </p:cNvSpPr>
          <p:nvPr>
            <p:ph type="ctrTitle"/>
          </p:nvPr>
        </p:nvSpPr>
        <p:spPr>
          <a:xfrm>
            <a:off x="454863" y="3015435"/>
            <a:ext cx="5845331" cy="413566"/>
          </a:xfrm>
          <a:noFill/>
        </p:spPr>
        <p:txBody>
          <a:bodyPr vert="horz"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a:t>マスター タイトルの書式設定</a:t>
            </a:r>
            <a:endParaRPr lang="en-US" dirty="0"/>
          </a:p>
        </p:txBody>
      </p:sp>
      <p:sp>
        <p:nvSpPr>
          <p:cNvPr id="53" name="テキスト プレースホルダー 14">
            <a:extLst>
              <a:ext uri="{FF2B5EF4-FFF2-40B4-BE49-F238E27FC236}">
                <a16:creationId xmlns:a16="http://schemas.microsoft.com/office/drawing/2014/main" id="{A3A9E66D-4C97-39EA-BC3F-AE1CDFA4FA18}"/>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4" name="テキスト プレースホルダー 4">
            <a:extLst>
              <a:ext uri="{FF2B5EF4-FFF2-40B4-BE49-F238E27FC236}">
                <a16:creationId xmlns:a16="http://schemas.microsoft.com/office/drawing/2014/main" id="{339969AF-6F82-8F5F-2CAA-EC090F0D9A12}"/>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pic>
        <p:nvPicPr>
          <p:cNvPr id="55" name="図 5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410216" y="0"/>
            <a:ext cx="2740386" cy="6858000"/>
          </a:xfrm>
          <a:prstGeom prst="rect">
            <a:avLst/>
          </a:prstGeom>
        </p:spPr>
      </p:pic>
      <p:sp>
        <p:nvSpPr>
          <p:cNvPr id="13" name="Subtitle 2"/>
          <p:cNvSpPr>
            <a:spLocks noGrp="1"/>
          </p:cNvSpPr>
          <p:nvPr>
            <p:ph type="subTitle" idx="1" hasCustomPrompt="1"/>
          </p:nvPr>
        </p:nvSpPr>
        <p:spPr>
          <a:xfrm>
            <a:off x="454515" y="697057"/>
            <a:ext cx="584567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13871493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表紙（写真なし）">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403695054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grpSp>
        <p:nvGrpSpPr>
          <p:cNvPr id="43" name="グループ化 42">
            <a:extLst>
              <a:ext uri="{FF2B5EF4-FFF2-40B4-BE49-F238E27FC236}">
                <a16:creationId xmlns:a16="http://schemas.microsoft.com/office/drawing/2014/main" id="{96019AEE-C75E-58C4-3755-74C3744585D3}"/>
              </a:ext>
            </a:extLst>
          </p:cNvPr>
          <p:cNvGrpSpPr>
            <a:grpSpLocks noChangeAspect="1"/>
          </p:cNvGrpSpPr>
          <p:nvPr userDrawn="1"/>
        </p:nvGrpSpPr>
        <p:grpSpPr>
          <a:xfrm>
            <a:off x="454861" y="6091218"/>
            <a:ext cx="707815" cy="385678"/>
            <a:chOff x="200472" y="6597352"/>
            <a:chExt cx="355987" cy="179051"/>
          </a:xfrm>
        </p:grpSpPr>
        <p:sp>
          <p:nvSpPr>
            <p:cNvPr id="44" name="Freeform 290">
              <a:extLst>
                <a:ext uri="{FF2B5EF4-FFF2-40B4-BE49-F238E27FC236}">
                  <a16:creationId xmlns:a16="http://schemas.microsoft.com/office/drawing/2014/main" id="{738AF6F3-879D-C5B8-78FF-EB2E73390649}"/>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5" name="Freeform 291">
              <a:extLst>
                <a:ext uri="{FF2B5EF4-FFF2-40B4-BE49-F238E27FC236}">
                  <a16:creationId xmlns:a16="http://schemas.microsoft.com/office/drawing/2014/main" id="{4481E48F-6ED2-60E7-39DB-1F66CDA299AC}"/>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46" name="図 45">
            <a:extLst>
              <a:ext uri="{FF2B5EF4-FFF2-40B4-BE49-F238E27FC236}">
                <a16:creationId xmlns:a16="http://schemas.microsoft.com/office/drawing/2014/main" id="{317FFA85-1511-1D6B-9342-69DE6F51FDD8}"/>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898412" y="5732623"/>
            <a:ext cx="1962912" cy="1102868"/>
          </a:xfrm>
          <a:prstGeom prst="rect">
            <a:avLst/>
          </a:prstGeom>
        </p:spPr>
      </p:pic>
      <p:sp>
        <p:nvSpPr>
          <p:cNvPr id="47" name="テキスト プレースホルダー 14">
            <a:extLst>
              <a:ext uri="{FF2B5EF4-FFF2-40B4-BE49-F238E27FC236}">
                <a16:creationId xmlns:a16="http://schemas.microsoft.com/office/drawing/2014/main" id="{AD800346-E29F-911D-C4B2-151A94574A45}"/>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48" name="Title 1">
            <a:extLst>
              <a:ext uri="{FF2B5EF4-FFF2-40B4-BE49-F238E27FC236}">
                <a16:creationId xmlns:a16="http://schemas.microsoft.com/office/drawing/2014/main" id="{E992AB66-E797-439A-4102-08B4FB6FBEDA}"/>
              </a:ext>
            </a:extLst>
          </p:cNvPr>
          <p:cNvSpPr>
            <a:spLocks noGrp="1"/>
          </p:cNvSpPr>
          <p:nvPr>
            <p:ph type="ctrTitle"/>
          </p:nvPr>
        </p:nvSpPr>
        <p:spPr>
          <a:xfrm>
            <a:off x="454862" y="3015435"/>
            <a:ext cx="8237798"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49" name="テキスト プレースホルダー 14">
            <a:extLst>
              <a:ext uri="{FF2B5EF4-FFF2-40B4-BE49-F238E27FC236}">
                <a16:creationId xmlns:a16="http://schemas.microsoft.com/office/drawing/2014/main" id="{060920B9-7C98-9F56-88F3-B85204DADE61}"/>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0" name="テキスト プレースホルダー 4">
            <a:extLst>
              <a:ext uri="{FF2B5EF4-FFF2-40B4-BE49-F238E27FC236}">
                <a16:creationId xmlns:a16="http://schemas.microsoft.com/office/drawing/2014/main" id="{3951392A-A08C-B302-215B-676E7085F70E}"/>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sp>
        <p:nvSpPr>
          <p:cNvPr id="15" name="Subtitle 2"/>
          <p:cNvSpPr>
            <a:spLocks noGrp="1"/>
          </p:cNvSpPr>
          <p:nvPr>
            <p:ph type="subTitle" idx="1" hasCustomPrompt="1"/>
          </p:nvPr>
        </p:nvSpPr>
        <p:spPr>
          <a:xfrm>
            <a:off x="454859" y="698176"/>
            <a:ext cx="823790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42307594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表紙+サブタイトル（写真なし）">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2" name="テキスト プレースホルダー 7">
            <a:extLst>
              <a:ext uri="{FF2B5EF4-FFF2-40B4-BE49-F238E27FC236}">
                <a16:creationId xmlns:a16="http://schemas.microsoft.com/office/drawing/2014/main" id="{41877E83-27AD-F84F-8D0E-74403068DF66}"/>
              </a:ext>
            </a:extLst>
          </p:cNvPr>
          <p:cNvSpPr>
            <a:spLocks noGrp="1"/>
          </p:cNvSpPr>
          <p:nvPr>
            <p:ph type="body" sz="quarter" idx="13" hasCustomPrompt="1"/>
          </p:nvPr>
        </p:nvSpPr>
        <p:spPr>
          <a:xfrm>
            <a:off x="454859" y="1200277"/>
            <a:ext cx="8237802" cy="328479"/>
          </a:xfrm>
        </p:spPr>
        <p:txBody>
          <a:bodyPr lIns="0" tIns="36000" rIns="0" bIns="36000" anchor="ctr">
            <a:spAutoFit/>
          </a:bodyPr>
          <a:lstStyle>
            <a:lvl1pPr marL="0" indent="0">
              <a:spcBef>
                <a:spcPts val="0"/>
              </a:spcBef>
              <a:buNone/>
              <a:defRPr sz="1662" b="1" i="0" baseline="0">
                <a:solidFill>
                  <a:srgbClr val="000F78"/>
                </a:solidFill>
                <a:latin typeface="Yu Gothic UI" panose="020B0500000000000000" pitchFamily="50" charset="-128"/>
                <a:ea typeface="Yu Gothic UI" panose="020B0500000000000000" pitchFamily="50" charset="-128"/>
              </a:defRPr>
            </a:lvl1pPr>
          </a:lstStyle>
          <a:p>
            <a:r>
              <a:rPr kumimoji="1" lang="ja-JP" altLang="en-US" dirty="0"/>
              <a:t>サブタイトル</a:t>
            </a:r>
          </a:p>
        </p:txBody>
      </p:sp>
      <p:grpSp>
        <p:nvGrpSpPr>
          <p:cNvPr id="43" name="グループ化 42">
            <a:extLst>
              <a:ext uri="{FF2B5EF4-FFF2-40B4-BE49-F238E27FC236}">
                <a16:creationId xmlns:a16="http://schemas.microsoft.com/office/drawing/2014/main" id="{96019AEE-C75E-58C4-3755-74C3744585D3}"/>
              </a:ext>
            </a:extLst>
          </p:cNvPr>
          <p:cNvGrpSpPr>
            <a:grpSpLocks noChangeAspect="1"/>
          </p:cNvGrpSpPr>
          <p:nvPr userDrawn="1"/>
        </p:nvGrpSpPr>
        <p:grpSpPr>
          <a:xfrm>
            <a:off x="454861" y="6091218"/>
            <a:ext cx="707815" cy="385678"/>
            <a:chOff x="200472" y="6597352"/>
            <a:chExt cx="355987" cy="179051"/>
          </a:xfrm>
        </p:grpSpPr>
        <p:sp>
          <p:nvSpPr>
            <p:cNvPr id="44" name="Freeform 290">
              <a:extLst>
                <a:ext uri="{FF2B5EF4-FFF2-40B4-BE49-F238E27FC236}">
                  <a16:creationId xmlns:a16="http://schemas.microsoft.com/office/drawing/2014/main" id="{738AF6F3-879D-C5B8-78FF-EB2E73390649}"/>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sp>
          <p:nvSpPr>
            <p:cNvPr id="45" name="Freeform 291">
              <a:extLst>
                <a:ext uri="{FF2B5EF4-FFF2-40B4-BE49-F238E27FC236}">
                  <a16:creationId xmlns:a16="http://schemas.microsoft.com/office/drawing/2014/main" id="{4481E48F-6ED2-60E7-39DB-1F66CDA299AC}"/>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solidFill>
                  <a:prstClr val="black"/>
                </a:solidFill>
              </a:endParaRPr>
            </a:p>
          </p:txBody>
        </p:sp>
      </p:grpSp>
      <p:pic>
        <p:nvPicPr>
          <p:cNvPr id="46" name="図 45">
            <a:extLst>
              <a:ext uri="{FF2B5EF4-FFF2-40B4-BE49-F238E27FC236}">
                <a16:creationId xmlns:a16="http://schemas.microsoft.com/office/drawing/2014/main" id="{317FFA85-1511-1D6B-9342-69DE6F51FDD8}"/>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898412" y="5732623"/>
            <a:ext cx="1962912" cy="1102868"/>
          </a:xfrm>
          <a:prstGeom prst="rect">
            <a:avLst/>
          </a:prstGeom>
        </p:spPr>
      </p:pic>
      <p:sp>
        <p:nvSpPr>
          <p:cNvPr id="47" name="テキスト プレースホルダー 14">
            <a:extLst>
              <a:ext uri="{FF2B5EF4-FFF2-40B4-BE49-F238E27FC236}">
                <a16:creationId xmlns:a16="http://schemas.microsoft.com/office/drawing/2014/main" id="{AD800346-E29F-911D-C4B2-151A94574A45}"/>
              </a:ext>
            </a:extLst>
          </p:cNvPr>
          <p:cNvSpPr>
            <a:spLocks noGrp="1"/>
          </p:cNvSpPr>
          <p:nvPr>
            <p:ph type="body" sz="quarter" idx="10" hasCustomPrompt="1"/>
          </p:nvPr>
        </p:nvSpPr>
        <p:spPr>
          <a:xfrm>
            <a:off x="454513" y="5436000"/>
            <a:ext cx="5845332" cy="252000"/>
          </a:xfrm>
        </p:spPr>
        <p:txBody>
          <a:bodyPr lIns="0" anchor="ctr">
            <a:noAutofit/>
          </a:bodyPr>
          <a:lstStyle>
            <a:lvl1pPr marL="0" indent="0">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日付</a:t>
            </a:r>
          </a:p>
        </p:txBody>
      </p:sp>
      <p:sp>
        <p:nvSpPr>
          <p:cNvPr id="48" name="Title 1">
            <a:extLst>
              <a:ext uri="{FF2B5EF4-FFF2-40B4-BE49-F238E27FC236}">
                <a16:creationId xmlns:a16="http://schemas.microsoft.com/office/drawing/2014/main" id="{E992AB66-E797-439A-4102-08B4FB6FBEDA}"/>
              </a:ext>
            </a:extLst>
          </p:cNvPr>
          <p:cNvSpPr>
            <a:spLocks noGrp="1"/>
          </p:cNvSpPr>
          <p:nvPr>
            <p:ph type="ctrTitle"/>
          </p:nvPr>
        </p:nvSpPr>
        <p:spPr>
          <a:xfrm>
            <a:off x="454862" y="3015435"/>
            <a:ext cx="8237798" cy="413566"/>
          </a:xfrm>
          <a:noFill/>
        </p:spPr>
        <p:txBody>
          <a:bodyPr wrap="square" lIns="0" anchor="b">
            <a:spAutoFit/>
          </a:bodyPr>
          <a:lstStyle>
            <a:lvl1pPr algn="l">
              <a:lnSpc>
                <a:spcPct val="100000"/>
              </a:lnSpc>
              <a:spcBef>
                <a:spcPts val="0"/>
              </a:spcBef>
              <a:defRPr sz="2215" b="1" i="0" baseline="0">
                <a:solidFill>
                  <a:srgbClr val="000F78"/>
                </a:solidFill>
                <a:latin typeface="Yu Gothic UI" panose="020B0500000000000000" pitchFamily="50" charset="-128"/>
                <a:ea typeface="Yu Gothic UI" panose="020B0500000000000000" pitchFamily="50" charset="-128"/>
              </a:defRPr>
            </a:lvl1pPr>
          </a:lstStyle>
          <a:p>
            <a:r>
              <a:rPr lang="ja-JP" altLang="en-US" dirty="0"/>
              <a:t>マスター タイトルの書式設定</a:t>
            </a:r>
            <a:endParaRPr lang="en-US" dirty="0"/>
          </a:p>
        </p:txBody>
      </p:sp>
      <p:sp>
        <p:nvSpPr>
          <p:cNvPr id="49" name="テキスト プレースホルダー 14">
            <a:extLst>
              <a:ext uri="{FF2B5EF4-FFF2-40B4-BE49-F238E27FC236}">
                <a16:creationId xmlns:a16="http://schemas.microsoft.com/office/drawing/2014/main" id="{060920B9-7C98-9F56-88F3-B85204DADE61}"/>
              </a:ext>
            </a:extLst>
          </p:cNvPr>
          <p:cNvSpPr>
            <a:spLocks noGrp="1"/>
          </p:cNvSpPr>
          <p:nvPr>
            <p:ph type="body" sz="quarter" idx="11" hasCustomPrompt="1"/>
          </p:nvPr>
        </p:nvSpPr>
        <p:spPr>
          <a:xfrm>
            <a:off x="454861" y="4491644"/>
            <a:ext cx="5845331" cy="766175"/>
          </a:xfrm>
        </p:spPr>
        <p:txBody>
          <a:bodyPr lIns="0" tIns="0" rIns="0" bIns="0" anchor="t">
            <a:noAutofit/>
          </a:bodyPr>
          <a:lstStyle>
            <a:lvl1pPr marL="0" indent="0">
              <a:lnSpc>
                <a:spcPts val="1514"/>
              </a:lnSpc>
              <a:spcBef>
                <a:spcPts val="0"/>
              </a:spcBef>
              <a:buNone/>
              <a:defRPr sz="1108" b="1" baseline="0">
                <a:latin typeface="Yu Gothic UI" panose="020B0500000000000000" pitchFamily="50" charset="-128"/>
                <a:ea typeface="Yu Gothic UI" panose="020B0500000000000000" pitchFamily="50" charset="-128"/>
              </a:defRPr>
            </a:lvl1pPr>
          </a:lstStyle>
          <a:p>
            <a:r>
              <a:rPr kumimoji="1" lang="ja-JP" altLang="en-US" dirty="0"/>
              <a:t>部署</a:t>
            </a:r>
          </a:p>
        </p:txBody>
      </p:sp>
      <p:sp>
        <p:nvSpPr>
          <p:cNvPr id="50" name="テキスト プレースホルダー 4">
            <a:extLst>
              <a:ext uri="{FF2B5EF4-FFF2-40B4-BE49-F238E27FC236}">
                <a16:creationId xmlns:a16="http://schemas.microsoft.com/office/drawing/2014/main" id="{3951392A-A08C-B302-215B-676E7085F70E}"/>
              </a:ext>
            </a:extLst>
          </p:cNvPr>
          <p:cNvSpPr>
            <a:spLocks noGrp="1"/>
          </p:cNvSpPr>
          <p:nvPr>
            <p:ph type="body" sz="quarter" idx="12" hasCustomPrompt="1"/>
          </p:nvPr>
        </p:nvSpPr>
        <p:spPr>
          <a:xfrm>
            <a:off x="454861" y="4017390"/>
            <a:ext cx="5845331" cy="342000"/>
          </a:xfrm>
        </p:spPr>
        <p:txBody>
          <a:bodyPr lIns="0" anchor="ctr">
            <a:noAutofit/>
          </a:bodyPr>
          <a:lstStyle>
            <a:lvl1pPr marL="0" indent="0" algn="l">
              <a:spcBef>
                <a:spcPts val="0"/>
              </a:spcBef>
              <a:buNone/>
              <a:defRPr sz="1477" b="1" baseline="0">
                <a:solidFill>
                  <a:schemeClr val="tx1"/>
                </a:solidFill>
                <a:latin typeface="Yu Gothic UI" panose="020B0500000000000000" pitchFamily="50" charset="-128"/>
                <a:ea typeface="Yu Gothic UI" panose="020B0500000000000000" pitchFamily="50" charset="-128"/>
              </a:defRPr>
            </a:lvl1pPr>
          </a:lstStyle>
          <a:p>
            <a:r>
              <a:rPr kumimoji="1" lang="ja-JP" altLang="en-US" dirty="0"/>
              <a:t>名前</a:t>
            </a:r>
          </a:p>
        </p:txBody>
      </p:sp>
      <p:sp>
        <p:nvSpPr>
          <p:cNvPr id="15" name="Subtitle 2"/>
          <p:cNvSpPr>
            <a:spLocks noGrp="1"/>
          </p:cNvSpPr>
          <p:nvPr>
            <p:ph type="subTitle" idx="1" hasCustomPrompt="1"/>
          </p:nvPr>
        </p:nvSpPr>
        <p:spPr>
          <a:xfrm>
            <a:off x="454859" y="418751"/>
            <a:ext cx="8237908" cy="344583"/>
          </a:xfrm>
        </p:spPr>
        <p:txBody>
          <a:bodyPr wrap="square" lIns="0" anchor="ctr">
            <a:spAutoFit/>
          </a:bodyPr>
          <a:lstStyle>
            <a:lvl1pPr marL="0" indent="0" algn="l">
              <a:lnSpc>
                <a:spcPct val="110000"/>
              </a:lnSpc>
              <a:spcBef>
                <a:spcPts val="0"/>
              </a:spcBef>
              <a:buNone/>
              <a:defRPr sz="1477" b="1" i="0" baseline="0">
                <a:solidFill>
                  <a:srgbClr val="000F78"/>
                </a:solidFill>
                <a:latin typeface="Yu Gothic UI" panose="020B0500000000000000" pitchFamily="50" charset="-128"/>
                <a:ea typeface="Yu Gothic UI" panose="020B0500000000000000" pitchFamily="50" charset="-128"/>
              </a:defRPr>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ja-JP" altLang="en-US" dirty="0"/>
              <a:t>資料名など</a:t>
            </a:r>
            <a:endParaRPr lang="en-US" altLang="ja-JP" dirty="0"/>
          </a:p>
        </p:txBody>
      </p:sp>
    </p:spTree>
    <p:extLst>
      <p:ext uri="{BB962C8B-B14F-4D97-AF65-F5344CB8AC3E}">
        <p14:creationId xmlns:p14="http://schemas.microsoft.com/office/powerpoint/2010/main" val="23216648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目次（中）">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6170126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2" name="オブジェクト 1"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6" name="Content Placeholder 2"/>
          <p:cNvSpPr>
            <a:spLocks noGrp="1"/>
          </p:cNvSpPr>
          <p:nvPr>
            <p:ph sz="half" idx="1"/>
          </p:nvPr>
        </p:nvSpPr>
        <p:spPr>
          <a:xfrm>
            <a:off x="1386856" y="1120655"/>
            <a:ext cx="6370291" cy="5135766"/>
          </a:xfrm>
        </p:spPr>
        <p:txBody>
          <a:bodyPr>
            <a:noAutofit/>
          </a:bodyPr>
          <a:lstStyle>
            <a:lvl1pPr marL="316531" indent="-316531" algn="l">
              <a:lnSpc>
                <a:spcPct val="110000"/>
              </a:lnSpc>
              <a:spcBef>
                <a:spcPts val="554"/>
              </a:spcBef>
              <a:buClr>
                <a:srgbClr val="000F78"/>
              </a:buClr>
              <a:buFont typeface="+mj-lt"/>
              <a:buAutoNum type="arabicPeriod"/>
              <a:tabLst>
                <a:tab pos="5958403" algn="r"/>
                <a:tab pos="6208990" algn="r"/>
                <a:tab pos="6376048" algn="r"/>
              </a:tabLst>
              <a:defRPr sz="1477" b="0">
                <a:latin typeface="+mn-ea"/>
                <a:ea typeface="+mn-ea"/>
              </a:defRPr>
            </a:lvl1pPr>
            <a:lvl2pPr marL="477727" indent="0" algn="l">
              <a:spcBef>
                <a:spcPts val="0"/>
              </a:spcBef>
              <a:spcAft>
                <a:spcPts val="277"/>
              </a:spcAft>
              <a:buFont typeface="+mj-lt"/>
              <a:buNone/>
              <a:tabLst>
                <a:tab pos="5958403" algn="r"/>
                <a:tab pos="6208990" algn="r"/>
                <a:tab pos="6376048" algn="r"/>
              </a:tabLst>
              <a:defRPr kumimoji="1" lang="en-US" altLang="ja-JP" sz="1292" kern="1200" dirty="0">
                <a:solidFill>
                  <a:schemeClr val="tx1"/>
                </a:solidFill>
                <a:latin typeface="+mn-ea"/>
                <a:ea typeface="+mn-ea"/>
                <a:cs typeface="+mn-cs"/>
              </a:defRPr>
            </a:lvl2pPr>
            <a:lvl3pPr marL="899769" indent="-158265" algn="l">
              <a:spcBef>
                <a:spcPts val="0"/>
              </a:spcBef>
              <a:spcAft>
                <a:spcPts val="277"/>
              </a:spcAft>
              <a:buFont typeface="Arial" panose="020B0604020202020204" pitchFamily="34" charset="0"/>
              <a:buChar char="•"/>
              <a:tabLst/>
              <a:defRPr>
                <a:latin typeface="+mn-ea"/>
                <a:ea typeface="+mn-ea"/>
              </a:defRPr>
            </a:lvl3pPr>
            <a:lvl4pPr marL="948128" indent="0">
              <a:buNone/>
              <a:tabLst/>
              <a:defRPr>
                <a:latin typeface="Yu Gothic UI" panose="020B0500000000000000" pitchFamily="50" charset="-128"/>
                <a:ea typeface="Yu Gothic UI" panose="020B0500000000000000" pitchFamily="50" charset="-128"/>
              </a:defRPr>
            </a:lvl4pPr>
            <a:lvl5pPr marL="1195784" indent="0">
              <a:buFont typeface="システムフォント"/>
              <a:buNone/>
              <a:tabLst/>
              <a:defRPr>
                <a:latin typeface="Yu Gothic UI" panose="020B0500000000000000" pitchFamily="50" charset="-128"/>
                <a:ea typeface="Yu Gothic UI" panose="020B05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7" name="タイトル 4">
            <a:extLst>
              <a:ext uri="{FF2B5EF4-FFF2-40B4-BE49-F238E27FC236}">
                <a16:creationId xmlns:a16="http://schemas.microsoft.com/office/drawing/2014/main" id="{8204379D-C656-4DFC-9A29-E952D48D051C}"/>
              </a:ext>
            </a:extLst>
          </p:cNvPr>
          <p:cNvSpPr>
            <a:spLocks noGrp="1"/>
          </p:cNvSpPr>
          <p:nvPr>
            <p:ph type="title" hasCustomPrompt="1"/>
          </p:nvPr>
        </p:nvSpPr>
        <p:spPr>
          <a:xfrm>
            <a:off x="185539" y="259200"/>
            <a:ext cx="8772923" cy="356755"/>
          </a:xfrm>
        </p:spPr>
        <p:txBody>
          <a:bodyPr vert="horz"/>
          <a:lstStyle>
            <a:lvl1pPr>
              <a:defRPr>
                <a:latin typeface="+mj-ea"/>
                <a:ea typeface="+mj-ea"/>
              </a:defRPr>
            </a:lvl1pPr>
          </a:lstStyle>
          <a:p>
            <a:r>
              <a:rPr kumimoji="1" lang="ja-JP" altLang="en-US" dirty="0"/>
              <a:t>目次タイトルを入力</a:t>
            </a:r>
          </a:p>
        </p:txBody>
      </p:sp>
    </p:spTree>
    <p:extLst>
      <p:ext uri="{BB962C8B-B14F-4D97-AF65-F5344CB8AC3E}">
        <p14:creationId xmlns:p14="http://schemas.microsoft.com/office/powerpoint/2010/main" val="3097145776"/>
      </p:ext>
    </p:extLst>
  </p:cSld>
  <p:clrMapOvr>
    <a:masterClrMapping/>
  </p:clrMapOvr>
  <p:extLst>
    <p:ext uri="{DCECCB84-F9BA-43D5-87BE-67443E8EF086}">
      <p15:sldGuideLst xmlns:p15="http://schemas.microsoft.com/office/powerpoint/2012/main">
        <p15:guide id="1" pos="5297">
          <p15:clr>
            <a:srgbClr val="FBAE40"/>
          </p15:clr>
        </p15:guide>
        <p15:guide id="2" pos="943">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目次（多/二段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8492954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2" name="オブジェクト 1"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5" name="Content Placeholder 2"/>
          <p:cNvSpPr>
            <a:spLocks noGrp="1"/>
          </p:cNvSpPr>
          <p:nvPr>
            <p:ph sz="half" idx="1"/>
          </p:nvPr>
        </p:nvSpPr>
        <p:spPr>
          <a:xfrm>
            <a:off x="384458" y="1120655"/>
            <a:ext cx="8375088" cy="5135766"/>
          </a:xfrm>
        </p:spPr>
        <p:txBody>
          <a:bodyPr rIns="0" numCol="2" spcCol="360000">
            <a:noAutofit/>
          </a:bodyPr>
          <a:lstStyle>
            <a:lvl1pPr marL="250587" indent="-250587" algn="l">
              <a:lnSpc>
                <a:spcPct val="110000"/>
              </a:lnSpc>
              <a:spcBef>
                <a:spcPts val="554"/>
              </a:spcBef>
              <a:buClr>
                <a:srgbClr val="000F78"/>
              </a:buClr>
              <a:buFont typeface="+mj-lt"/>
              <a:buAutoNum type="arabicPeriod"/>
              <a:tabLst>
                <a:tab pos="3643037" algn="r"/>
                <a:tab pos="3895090" algn="r"/>
                <a:tab pos="4053355" algn="r"/>
                <a:tab pos="4141280" algn="r"/>
                <a:tab pos="5964264" algn="r"/>
                <a:tab pos="6291054" algn="r"/>
              </a:tabLst>
              <a:defRPr sz="1292" b="0">
                <a:latin typeface="+mn-ea"/>
                <a:ea typeface="+mn-ea"/>
              </a:defRPr>
            </a:lvl1pPr>
            <a:lvl2pPr marL="477727" indent="0" algn="l">
              <a:spcBef>
                <a:spcPts val="0"/>
              </a:spcBef>
              <a:spcAft>
                <a:spcPts val="277"/>
              </a:spcAft>
              <a:buFont typeface="+mj-lt"/>
              <a:buNone/>
              <a:tabLst>
                <a:tab pos="3643037" algn="r"/>
                <a:tab pos="3895090" algn="r"/>
                <a:tab pos="4053355" algn="r"/>
                <a:tab pos="4141280" algn="r"/>
                <a:tab pos="5964264" algn="r"/>
                <a:tab pos="6291054" algn="r"/>
              </a:tabLst>
              <a:defRPr kumimoji="1" lang="en-US" altLang="ja-JP" sz="1108" kern="1200" dirty="0">
                <a:solidFill>
                  <a:schemeClr val="tx1"/>
                </a:solidFill>
                <a:latin typeface="+mn-ea"/>
                <a:ea typeface="+mn-ea"/>
                <a:cs typeface="+mn-cs"/>
              </a:defRPr>
            </a:lvl2pPr>
            <a:lvl3pPr marL="899769" indent="-158265" algn="l">
              <a:spcBef>
                <a:spcPts val="0"/>
              </a:spcBef>
              <a:spcAft>
                <a:spcPts val="277"/>
              </a:spcAft>
              <a:buFont typeface="Arial" panose="020B0604020202020204" pitchFamily="34" charset="0"/>
              <a:buChar char="•"/>
              <a:tabLst>
                <a:tab pos="3643037" algn="r"/>
                <a:tab pos="3895090" algn="r"/>
                <a:tab pos="4053355" algn="r"/>
              </a:tabLst>
              <a:defRPr sz="1108">
                <a:latin typeface="+mn-ea"/>
                <a:ea typeface="+mn-ea"/>
              </a:defRPr>
            </a:lvl3pPr>
            <a:lvl4pPr marL="948128" indent="0">
              <a:buNone/>
              <a:tabLst/>
              <a:defRPr>
                <a:latin typeface="Yu Gothic UI" panose="020B0500000000000000" pitchFamily="50" charset="-128"/>
                <a:ea typeface="Yu Gothic UI" panose="020B0500000000000000" pitchFamily="50" charset="-128"/>
              </a:defRPr>
            </a:lvl4pPr>
            <a:lvl5pPr marL="1195784" indent="0">
              <a:buFont typeface="システムフォント"/>
              <a:buNone/>
              <a:tabLst/>
              <a:defRPr>
                <a:latin typeface="Yu Gothic UI" panose="020B0500000000000000" pitchFamily="50" charset="-128"/>
                <a:ea typeface="Yu Gothic UI" panose="020B05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6" name="タイトル 3">
            <a:extLst>
              <a:ext uri="{FF2B5EF4-FFF2-40B4-BE49-F238E27FC236}">
                <a16:creationId xmlns:a16="http://schemas.microsoft.com/office/drawing/2014/main" id="{428C50A7-B2DD-41D0-8891-C4838ACDA6EA}"/>
              </a:ext>
            </a:extLst>
          </p:cNvPr>
          <p:cNvSpPr>
            <a:spLocks noGrp="1"/>
          </p:cNvSpPr>
          <p:nvPr>
            <p:ph type="title" hasCustomPrompt="1"/>
          </p:nvPr>
        </p:nvSpPr>
        <p:spPr>
          <a:xfrm>
            <a:off x="185539" y="259200"/>
            <a:ext cx="8772923" cy="356755"/>
          </a:xfrm>
        </p:spPr>
        <p:txBody>
          <a:bodyPr vert="horz"/>
          <a:lstStyle>
            <a:lvl1pPr>
              <a:defRPr>
                <a:latin typeface="+mj-ea"/>
                <a:ea typeface="+mj-ea"/>
              </a:defRPr>
            </a:lvl1pPr>
          </a:lstStyle>
          <a:p>
            <a:r>
              <a:rPr kumimoji="1" lang="ja-JP" altLang="en-US" dirty="0"/>
              <a:t>目次タイトルを入力</a:t>
            </a:r>
          </a:p>
        </p:txBody>
      </p:sp>
    </p:spTree>
    <p:extLst>
      <p:ext uri="{BB962C8B-B14F-4D97-AF65-F5344CB8AC3E}">
        <p14:creationId xmlns:p14="http://schemas.microsoft.com/office/powerpoint/2010/main" val="38513821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中表紙">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65965337"/>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1D6ED402-EDA3-6FE1-ADA1-817DD97B373E}"/>
              </a:ext>
            </a:extLst>
          </p:cNvPr>
          <p:cNvPicPr>
            <a:picLocks noChangeAspect="1"/>
          </p:cNvPicPr>
          <p:nvPr userDrawn="1"/>
        </p:nvPicPr>
        <p:blipFill>
          <a:blip r:embed="rId5"/>
          <a:stretch>
            <a:fillRect/>
          </a:stretch>
        </p:blipFill>
        <p:spPr>
          <a:xfrm>
            <a:off x="185800" y="0"/>
            <a:ext cx="8958200" cy="6858000"/>
          </a:xfrm>
          <a:prstGeom prst="rect">
            <a:avLst/>
          </a:prstGeom>
        </p:spPr>
      </p:pic>
      <p:sp>
        <p:nvSpPr>
          <p:cNvPr id="6" name="タイトル 1">
            <a:extLst>
              <a:ext uri="{FF2B5EF4-FFF2-40B4-BE49-F238E27FC236}">
                <a16:creationId xmlns:a16="http://schemas.microsoft.com/office/drawing/2014/main" id="{C6C67CC5-5ED1-405E-80A7-6ACF6F8FCC4F}"/>
              </a:ext>
            </a:extLst>
          </p:cNvPr>
          <p:cNvSpPr>
            <a:spLocks noGrp="1"/>
          </p:cNvSpPr>
          <p:nvPr>
            <p:ph type="title"/>
          </p:nvPr>
        </p:nvSpPr>
        <p:spPr>
          <a:xfrm>
            <a:off x="184639" y="3060000"/>
            <a:ext cx="7976683" cy="504000"/>
          </a:xfrm>
          <a:noFill/>
        </p:spPr>
        <p:txBody>
          <a:bodyPr vert="horz" wrap="square" lIns="0" tIns="0" rIns="0" bIns="144000" rtlCol="0" anchor="b">
            <a:noAutofit/>
          </a:bodyPr>
          <a:lstStyle>
            <a:lvl1pPr marL="0" indent="0" algn="l">
              <a:spcBef>
                <a:spcPts val="0"/>
              </a:spcBef>
              <a:buFontTx/>
              <a:buNone/>
              <a:tabLst>
                <a:tab pos="83529" algn="l"/>
              </a:tabLst>
              <a:defRPr lang="ja-JP" altLang="en-US" sz="2215">
                <a:solidFill>
                  <a:srgbClr val="000F78"/>
                </a:solidFill>
                <a:latin typeface="+mj-ea"/>
                <a:ea typeface="+mj-ea"/>
                <a:cs typeface="+mn-cs"/>
              </a:defRPr>
            </a:lvl1pPr>
          </a:lstStyle>
          <a:p>
            <a:pPr marL="0" indent="0">
              <a:spcBef>
                <a:spcPts val="0"/>
              </a:spcBef>
              <a:buFontTx/>
              <a:buNone/>
            </a:pPr>
            <a:r>
              <a:rPr lang="ja-JP" altLang="en-US" dirty="0"/>
              <a:t>マスター タイトルの書式設定</a:t>
            </a:r>
          </a:p>
        </p:txBody>
      </p:sp>
    </p:spTree>
    <p:extLst>
      <p:ext uri="{BB962C8B-B14F-4D97-AF65-F5344CB8AC3E}">
        <p14:creationId xmlns:p14="http://schemas.microsoft.com/office/powerpoint/2010/main" val="79130666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18511264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554" imgH="551" progId="TCLayout.ActiveDocument.1">
                  <p:embed/>
                </p:oleObj>
              </mc:Choice>
              <mc:Fallback>
                <p:oleObj name="think-cell スライド" r:id="rId3" imgW="554" imgH="551"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417697E7-3F46-4BBA-A911-DBD857A6FCC5}"/>
              </a:ext>
            </a:extLst>
          </p:cNvPr>
          <p:cNvSpPr>
            <a:spLocks noGrp="1"/>
          </p:cNvSpPr>
          <p:nvPr>
            <p:ph type="title" hasCustomPrompt="1"/>
          </p:nvPr>
        </p:nvSpPr>
        <p:spPr>
          <a:xfrm>
            <a:off x="185539" y="259200"/>
            <a:ext cx="8772923" cy="356755"/>
          </a:xfrm>
          <a:prstGeom prst="rect">
            <a:avLst/>
          </a:prstGeom>
        </p:spPr>
        <p:txBody>
          <a:bodyPr vert="horz"/>
          <a:lstStyle>
            <a:lvl1pPr>
              <a:defRPr baseline="0">
                <a:latin typeface="+mj-ea"/>
                <a:ea typeface="+mj-ea"/>
              </a:defRPr>
            </a:lvl1pPr>
          </a:lstStyle>
          <a:p>
            <a:r>
              <a:rPr kumimoji="1" lang="en-US" altLang="ja-JP" dirty="0"/>
              <a:t>1</a:t>
            </a:r>
            <a:r>
              <a:rPr kumimoji="1" lang="ja-JP" altLang="en-US" dirty="0"/>
              <a:t>行レイアウト タイトル</a:t>
            </a:r>
            <a:r>
              <a:rPr lang="en-US" altLang="ja-JP" dirty="0"/>
              <a:t>/</a:t>
            </a:r>
            <a:r>
              <a:rPr lang="ja-JP" altLang="en-US" dirty="0"/>
              <a:t>スライドタイトル</a:t>
            </a:r>
            <a:r>
              <a:rPr kumimoji="1" lang="ja-JP" altLang="en-US" dirty="0"/>
              <a:t>を入力</a:t>
            </a:r>
          </a:p>
        </p:txBody>
      </p:sp>
    </p:spTree>
    <p:extLst>
      <p:ext uri="{BB962C8B-B14F-4D97-AF65-F5344CB8AC3E}">
        <p14:creationId xmlns:p14="http://schemas.microsoft.com/office/powerpoint/2010/main" val="221556972"/>
      </p:ext>
    </p:extLst>
  </p:cSld>
  <p:clrMapOvr>
    <a:masterClrMapping/>
  </p:clrMapOvr>
  <p:extLst>
    <p:ext uri="{DCECCB84-F9BA-43D5-87BE-67443E8EF086}">
      <p15:sldGuideLst xmlns:p15="http://schemas.microsoft.com/office/powerpoint/2012/main">
        <p15:guide id="1" orient="horz" pos="52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行タイトル+本文">
    <p:spTree>
      <p:nvGrpSpPr>
        <p:cNvPr id="1" name=""/>
        <p:cNvGrpSpPr/>
        <p:nvPr/>
      </p:nvGrpSpPr>
      <p:grpSpPr>
        <a:xfrm>
          <a:off x="0" y="0"/>
          <a:ext cx="0" cy="0"/>
          <a:chOff x="0" y="0"/>
          <a:chExt cx="0" cy="0"/>
        </a:xfrm>
      </p:grpSpPr>
      <p:graphicFrame>
        <p:nvGraphicFramePr>
          <p:cNvPr id="5" name="オブジェクト 4" hidden="1"/>
          <p:cNvGraphicFramePr>
            <a:graphicFrameLocks noChangeAspect="1"/>
          </p:cNvGraphicFramePr>
          <p:nvPr userDrawn="1">
            <p:custDataLst>
              <p:tags r:id="rId1"/>
            </p:custDataLst>
            <p:extLst>
              <p:ext uri="{D42A27DB-BD31-4B8C-83A1-F6EECF244321}">
                <p14:modId xmlns:p14="http://schemas.microsoft.com/office/powerpoint/2010/main" val="1922395224"/>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554" imgH="551" progId="TCLayout.ActiveDocument.1">
                  <p:embed/>
                </p:oleObj>
              </mc:Choice>
              <mc:Fallback>
                <p:oleObj name="think-cell スライド" r:id="rId3" imgW="554" imgH="551" progId="TCLayout.ActiveDocument.1">
                  <p:embed/>
                  <p:pic>
                    <p:nvPicPr>
                      <p:cNvPr id="5" name="オブジェクト 4"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4" name="コンテンツ プレースホルダー 3">
            <a:extLst>
              <a:ext uri="{FF2B5EF4-FFF2-40B4-BE49-F238E27FC236}">
                <a16:creationId xmlns:a16="http://schemas.microsoft.com/office/drawing/2014/main" id="{B89C78DF-9F4E-428F-8949-4660E432C58A}"/>
              </a:ext>
            </a:extLst>
          </p:cNvPr>
          <p:cNvSpPr>
            <a:spLocks noGrp="1"/>
          </p:cNvSpPr>
          <p:nvPr>
            <p:ph sz="quarter" idx="10"/>
          </p:nvPr>
        </p:nvSpPr>
        <p:spPr>
          <a:xfrm>
            <a:off x="184639" y="836713"/>
            <a:ext cx="8772923" cy="5616575"/>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3" name="タイトル 2">
            <a:extLst>
              <a:ext uri="{FF2B5EF4-FFF2-40B4-BE49-F238E27FC236}">
                <a16:creationId xmlns:a16="http://schemas.microsoft.com/office/drawing/2014/main" id="{8E5B7E22-4349-4043-8C35-8AA7558D38DE}"/>
              </a:ext>
            </a:extLst>
          </p:cNvPr>
          <p:cNvSpPr>
            <a:spLocks noGrp="1"/>
          </p:cNvSpPr>
          <p:nvPr>
            <p:ph type="title" hasCustomPrompt="1"/>
          </p:nvPr>
        </p:nvSpPr>
        <p:spPr>
          <a:xfrm>
            <a:off x="185539" y="259200"/>
            <a:ext cx="8772923" cy="356755"/>
          </a:xfrm>
          <a:prstGeom prst="rect">
            <a:avLst/>
          </a:prstGeom>
          <a:blipFill>
            <a:blip r:embed="rId5"/>
            <a:stretch>
              <a:fillRect/>
            </a:stretch>
          </a:blipFill>
        </p:spPr>
        <p:txBody>
          <a:bodyPr vert="horz"/>
          <a:lstStyle>
            <a:lvl1pPr>
              <a:defRPr>
                <a:latin typeface="+mj-ea"/>
                <a:ea typeface="+mj-ea"/>
              </a:defRPr>
            </a:lvl1pPr>
          </a:lstStyle>
          <a:p>
            <a:r>
              <a:rPr kumimoji="1" lang="en-US" altLang="ja-JP" dirty="0"/>
              <a:t>1</a:t>
            </a:r>
            <a:r>
              <a:rPr kumimoji="1" lang="ja-JP" altLang="en-US" dirty="0"/>
              <a:t>行レイアウト タイトル</a:t>
            </a:r>
            <a:r>
              <a:rPr lang="en-US" altLang="ja-JP" dirty="0"/>
              <a:t>/</a:t>
            </a:r>
            <a:r>
              <a:rPr lang="ja-JP" altLang="en-US" dirty="0"/>
              <a:t>スライドタイトル</a:t>
            </a:r>
            <a:r>
              <a:rPr kumimoji="1" lang="ja-JP" altLang="en-US" dirty="0"/>
              <a:t>を入力</a:t>
            </a:r>
          </a:p>
        </p:txBody>
      </p:sp>
    </p:spTree>
    <p:extLst>
      <p:ext uri="{BB962C8B-B14F-4D97-AF65-F5344CB8AC3E}">
        <p14:creationId xmlns:p14="http://schemas.microsoft.com/office/powerpoint/2010/main" val="1207536258"/>
      </p:ext>
    </p:extLst>
  </p:cSld>
  <p:clrMapOvr>
    <a:masterClrMapping/>
  </p:clrMapOvr>
  <p:extLst>
    <p:ext uri="{DCECCB84-F9BA-43D5-87BE-67443E8EF086}">
      <p15:sldGuideLst xmlns:p15="http://schemas.microsoft.com/office/powerpoint/2012/main">
        <p15:guide id="3" orient="horz" pos="52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章＋1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27720048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673200"/>
          </a:xfrm>
        </p:spPr>
        <p:txBody>
          <a:bodyPr vert="horz" tIns="324000">
            <a:spAutoFit/>
          </a:bodyPr>
          <a:lstStyle>
            <a:lvl1pPr fontAlgn="ctr">
              <a:defRPr baseline="0">
                <a:latin typeface="+mj-ea"/>
                <a:ea typeface="+mj-ea"/>
              </a:defRPr>
            </a:lvl1pPr>
          </a:lstStyle>
          <a:p>
            <a:r>
              <a:rPr lang="en-US" altLang="ja-JP" dirty="0"/>
              <a:t>1</a:t>
            </a:r>
            <a:r>
              <a:rPr lang="ja-JP" altLang="en-US" dirty="0"/>
              <a:t>行レイアウト タイトル</a:t>
            </a:r>
            <a:r>
              <a:rPr lang="en-US" altLang="ja-JP" dirty="0"/>
              <a:t>/</a:t>
            </a:r>
            <a:r>
              <a:rPr lang="ja-JP" altLang="en-US" dirty="0"/>
              <a:t>スライドタイトルを入力</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rPr>
              <a:t>章タイトル</a:t>
            </a:r>
            <a:r>
              <a:rPr kumimoji="1" lang="en-US" altLang="ja-JP" sz="1292" b="1" i="0" kern="1200" baseline="0" dirty="0">
                <a:solidFill>
                  <a:srgbClr val="000F78"/>
                </a:solidFill>
                <a:latin typeface="Yu Gothic UI" panose="020B0500000000000000" pitchFamily="50" charset="-128"/>
                <a:ea typeface="Yu Gothic UI" panose="020B0500000000000000" pitchFamily="50" charset="-128"/>
                <a:cs typeface="+mj-cs"/>
              </a:rPr>
              <a:t>/</a:t>
            </a:r>
            <a:r>
              <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rPr>
              <a:t>スライドタイトルを入力</a:t>
            </a:r>
          </a:p>
        </p:txBody>
      </p:sp>
    </p:spTree>
    <p:extLst>
      <p:ext uri="{BB962C8B-B14F-4D97-AF65-F5344CB8AC3E}">
        <p14:creationId xmlns:p14="http://schemas.microsoft.com/office/powerpoint/2010/main" val="2440290577"/>
      </p:ext>
    </p:extLst>
  </p:cSld>
  <p:clrMapOvr>
    <a:masterClrMapping/>
  </p:clrMapOvr>
  <p:extLst>
    <p:ext uri="{DCECCB84-F9BA-43D5-87BE-67443E8EF086}">
      <p15:sldGuideLst xmlns:p15="http://schemas.microsoft.com/office/powerpoint/2012/main">
        <p15:guide id="1" orient="horz" pos="70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章＋1行タイトル+本文">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19120338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673200"/>
          </a:xfrm>
        </p:spPr>
        <p:txBody>
          <a:bodyPr vert="horz" tIns="324000">
            <a:spAutoFit/>
          </a:bodyPr>
          <a:lstStyle>
            <a:lvl1pPr fontAlgn="ctr">
              <a:defRPr>
                <a:latin typeface="+mj-ea"/>
                <a:ea typeface="+mj-ea"/>
              </a:defRPr>
            </a:lvl1pPr>
          </a:lstStyle>
          <a:p>
            <a:r>
              <a:rPr lang="en-US" altLang="ja-JP" dirty="0"/>
              <a:t>1</a:t>
            </a:r>
            <a:r>
              <a:rPr lang="ja-JP" altLang="en-US" dirty="0"/>
              <a:t>行レイアウト タイトル</a:t>
            </a:r>
            <a:r>
              <a:rPr lang="en-US" altLang="ja-JP" dirty="0"/>
              <a:t>/</a:t>
            </a:r>
            <a:r>
              <a:rPr lang="ja-JP" altLang="en-US" dirty="0"/>
              <a:t>スライドタイトルを入力</a:t>
            </a:r>
          </a:p>
        </p:txBody>
      </p:sp>
      <p:sp>
        <p:nvSpPr>
          <p:cNvPr id="9" name="コンテンツ プレースホルダー 8">
            <a:extLst>
              <a:ext uri="{FF2B5EF4-FFF2-40B4-BE49-F238E27FC236}">
                <a16:creationId xmlns:a16="http://schemas.microsoft.com/office/drawing/2014/main" id="{D8A45075-8F77-4535-9426-4755326A6EDF}"/>
              </a:ext>
            </a:extLst>
          </p:cNvPr>
          <p:cNvSpPr>
            <a:spLocks noGrp="1"/>
          </p:cNvSpPr>
          <p:nvPr>
            <p:ph sz="quarter" idx="10"/>
          </p:nvPr>
        </p:nvSpPr>
        <p:spPr>
          <a:xfrm>
            <a:off x="185539" y="1124744"/>
            <a:ext cx="8771792" cy="5328000"/>
          </a:xfrm>
        </p:spPr>
        <p:txBody>
          <a:bodyPr/>
          <a:lstStyle>
            <a:lvl1pPr fontAlgn="ctr">
              <a:defRPr>
                <a:latin typeface="+mn-ea"/>
                <a:ea typeface="+mn-ea"/>
              </a:defRPr>
            </a:lvl1pPr>
            <a:lvl2pPr fontAlgn="ctr">
              <a:defRPr>
                <a:latin typeface="+mn-ea"/>
                <a:ea typeface="+mn-ea"/>
              </a:defRPr>
            </a:lvl2pPr>
            <a:lvl3pPr fontAlgn="ctr">
              <a:defRPr>
                <a:latin typeface="+mn-ea"/>
                <a:ea typeface="+mn-ea"/>
              </a:defRPr>
            </a:lvl3pPr>
            <a:lvl4pPr fontAlgn="ctr">
              <a:defRPr>
                <a:latin typeface="+mn-ea"/>
                <a:ea typeface="+mn-ea"/>
              </a:defRPr>
            </a:lvl4pPr>
            <a:lvl5pPr fontAlgn="ct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1487679860"/>
      </p:ext>
    </p:extLst>
  </p:cSld>
  <p:clrMapOvr>
    <a:masterClrMapping/>
  </p:clrMapOvr>
  <p:extLst>
    <p:ext uri="{DCECCB84-F9BA-43D5-87BE-67443E8EF086}">
      <p15:sldGuideLst xmlns:p15="http://schemas.microsoft.com/office/powerpoint/2012/main">
        <p15:guide id="1" orient="horz" pos="70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章＋2行タイト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3925717711"/>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931620"/>
          </a:xfrm>
        </p:spPr>
        <p:txBody>
          <a:bodyPr vert="horz" tIns="324000">
            <a:spAutoFit/>
          </a:bodyPr>
          <a:lstStyle>
            <a:lvl1pPr fontAlgn="ctr">
              <a:spcBef>
                <a:spcPct val="0"/>
              </a:spcBef>
              <a:defRPr baseline="0">
                <a:latin typeface="+mj-ea"/>
                <a:ea typeface="+mj-ea"/>
              </a:defRPr>
            </a:lvl1pPr>
          </a:lstStyle>
          <a:p>
            <a:pPr lvl="0">
              <a:spcBef>
                <a:spcPct val="0"/>
              </a:spcBef>
            </a:pPr>
            <a:r>
              <a:rPr kumimoji="1" lang="en-US" altLang="ja-JP" dirty="0"/>
              <a:t>2</a:t>
            </a:r>
            <a:r>
              <a:rPr kumimoji="1" lang="ja-JP" altLang="en-US" dirty="0"/>
              <a:t>行レイアウト タイトル</a:t>
            </a:r>
            <a:r>
              <a:rPr lang="en-US" altLang="ja-JP" dirty="0"/>
              <a:t>/</a:t>
            </a:r>
            <a:br>
              <a:rPr lang="en-US" altLang="ja-JP" dirty="0"/>
            </a:br>
            <a:r>
              <a:rPr lang="ja-JP" altLang="en-US" dirty="0"/>
              <a:t>スライドタイトル</a:t>
            </a:r>
            <a:r>
              <a:rPr kumimoji="1" lang="ja-JP" altLang="en-US" dirty="0"/>
              <a:t>を入力</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2635949615"/>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章＋2行タイトル+本文">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220490675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3E61060F-FC44-4428-9038-E62F2290315B}"/>
              </a:ext>
            </a:extLst>
          </p:cNvPr>
          <p:cNvSpPr>
            <a:spLocks noGrp="1"/>
          </p:cNvSpPr>
          <p:nvPr>
            <p:ph type="title" hasCustomPrompt="1"/>
          </p:nvPr>
        </p:nvSpPr>
        <p:spPr>
          <a:xfrm>
            <a:off x="185539" y="259200"/>
            <a:ext cx="8772923" cy="931620"/>
          </a:xfrm>
        </p:spPr>
        <p:txBody>
          <a:bodyPr vert="horz" tIns="324000">
            <a:spAutoFit/>
          </a:bodyPr>
          <a:lstStyle>
            <a:lvl1pPr fontAlgn="ctr">
              <a:spcBef>
                <a:spcPct val="0"/>
              </a:spcBef>
              <a:defRPr>
                <a:latin typeface="+mj-ea"/>
                <a:ea typeface="+mj-ea"/>
              </a:defRPr>
            </a:lvl1pPr>
          </a:lstStyle>
          <a:p>
            <a:pPr lvl="0">
              <a:spcBef>
                <a:spcPct val="0"/>
              </a:spcBef>
            </a:pPr>
            <a:r>
              <a:rPr kumimoji="1" lang="en-US" altLang="ja-JP" dirty="0"/>
              <a:t>2</a:t>
            </a:r>
            <a:r>
              <a:rPr kumimoji="1" lang="ja-JP" altLang="en-US" dirty="0"/>
              <a:t>行レイアウト タイトル</a:t>
            </a:r>
            <a:r>
              <a:rPr lang="en-US" altLang="ja-JP" dirty="0"/>
              <a:t>/</a:t>
            </a:r>
            <a:br>
              <a:rPr lang="en-US" altLang="ja-JP" dirty="0"/>
            </a:br>
            <a:r>
              <a:rPr lang="ja-JP" altLang="en-US" dirty="0"/>
              <a:t>スライドタイトル</a:t>
            </a:r>
            <a:r>
              <a:rPr kumimoji="1" lang="ja-JP" altLang="en-US" dirty="0"/>
              <a:t>を入力</a:t>
            </a:r>
          </a:p>
        </p:txBody>
      </p:sp>
      <p:sp>
        <p:nvSpPr>
          <p:cNvPr id="9" name="コンテンツ プレースホルダー 8">
            <a:extLst>
              <a:ext uri="{FF2B5EF4-FFF2-40B4-BE49-F238E27FC236}">
                <a16:creationId xmlns:a16="http://schemas.microsoft.com/office/drawing/2014/main" id="{D8A45075-8F77-4535-9426-4755326A6EDF}"/>
              </a:ext>
            </a:extLst>
          </p:cNvPr>
          <p:cNvSpPr>
            <a:spLocks noGrp="1"/>
          </p:cNvSpPr>
          <p:nvPr>
            <p:ph sz="quarter" idx="10"/>
          </p:nvPr>
        </p:nvSpPr>
        <p:spPr>
          <a:xfrm>
            <a:off x="185539" y="1485336"/>
            <a:ext cx="8771792" cy="4968000"/>
          </a:xfrm>
        </p:spPr>
        <p:txBody>
          <a:bodyPr/>
          <a:lstStyle>
            <a:lvl1pPr fontAlgn="ctr">
              <a:defRPr>
                <a:latin typeface="+mn-ea"/>
                <a:ea typeface="+mn-ea"/>
              </a:defRPr>
            </a:lvl1pPr>
            <a:lvl2pPr fontAlgn="ctr">
              <a:defRPr>
                <a:latin typeface="+mn-ea"/>
                <a:ea typeface="+mn-ea"/>
              </a:defRPr>
            </a:lvl2pPr>
            <a:lvl3pPr fontAlgn="ctr">
              <a:defRPr>
                <a:latin typeface="+mn-ea"/>
                <a:ea typeface="+mn-ea"/>
              </a:defRPr>
            </a:lvl3pPr>
            <a:lvl4pPr fontAlgn="ctr">
              <a:defRPr>
                <a:latin typeface="+mn-ea"/>
                <a:ea typeface="+mn-ea"/>
              </a:defRPr>
            </a:lvl4pPr>
            <a:lvl5pPr fontAlgn="ctr">
              <a:defRPr>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0" name="テキスト プレースホルダー 19">
            <a:extLst>
              <a:ext uri="{FF2B5EF4-FFF2-40B4-BE49-F238E27FC236}">
                <a16:creationId xmlns:a16="http://schemas.microsoft.com/office/drawing/2014/main" id="{DED51E40-D439-4365-8632-E8A6FA6535F4}"/>
              </a:ext>
            </a:extLst>
          </p:cNvPr>
          <p:cNvSpPr>
            <a:spLocks noGrp="1"/>
          </p:cNvSpPr>
          <p:nvPr>
            <p:ph type="body" sz="quarter" idx="12"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Tree>
    <p:extLst>
      <p:ext uri="{BB962C8B-B14F-4D97-AF65-F5344CB8AC3E}">
        <p14:creationId xmlns:p14="http://schemas.microsoft.com/office/powerpoint/2010/main" val="3305328855"/>
      </p:ext>
    </p:extLst>
  </p:cSld>
  <p:clrMapOvr>
    <a:masterClrMapping/>
  </p:clrMapOvr>
  <p:extLst>
    <p:ext uri="{DCECCB84-F9BA-43D5-87BE-67443E8EF086}">
      <p15:sldGuideLst xmlns:p15="http://schemas.microsoft.com/office/powerpoint/2012/main">
        <p15:guide id="1" orient="horz" pos="9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プロフィール">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104497631"/>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FBE7747-457A-47B4-8D78-525F18385533}"/>
              </a:ext>
            </a:extLst>
          </p:cNvPr>
          <p:cNvSpPr>
            <a:spLocks noGrp="1"/>
          </p:cNvSpPr>
          <p:nvPr>
            <p:ph type="title"/>
          </p:nvPr>
        </p:nvSpPr>
        <p:spPr>
          <a:xfrm>
            <a:off x="185539" y="259200"/>
            <a:ext cx="8772923" cy="356755"/>
          </a:xfrm>
        </p:spPr>
        <p:txBody>
          <a:bodyPr vert="horz" tIns="36000"/>
          <a:lstStyle>
            <a:lvl1pPr>
              <a:defRPr>
                <a:latin typeface="+mj-ea"/>
                <a:ea typeface="+mj-ea"/>
              </a:defRPr>
            </a:lvl1pPr>
          </a:lstStyle>
          <a:p>
            <a:r>
              <a:rPr kumimoji="1" lang="ja-JP" altLang="en-US" dirty="0"/>
              <a:t>マスター タイトルの書式設定</a:t>
            </a:r>
          </a:p>
        </p:txBody>
      </p:sp>
      <p:sp>
        <p:nvSpPr>
          <p:cNvPr id="25" name="テキスト ボックス 24">
            <a:extLst>
              <a:ext uri="{FF2B5EF4-FFF2-40B4-BE49-F238E27FC236}">
                <a16:creationId xmlns:a16="http://schemas.microsoft.com/office/drawing/2014/main" id="{EEAAFBC8-E7D9-4A89-B3EF-E866F293A9A1}"/>
              </a:ext>
            </a:extLst>
          </p:cNvPr>
          <p:cNvSpPr txBox="1"/>
          <p:nvPr userDrawn="1"/>
        </p:nvSpPr>
        <p:spPr>
          <a:xfrm>
            <a:off x="184639" y="1131885"/>
            <a:ext cx="581939" cy="27975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経歴</a:t>
            </a:r>
          </a:p>
        </p:txBody>
      </p:sp>
      <p:sp>
        <p:nvSpPr>
          <p:cNvPr id="26" name="テキスト ボックス 25">
            <a:extLst>
              <a:ext uri="{FF2B5EF4-FFF2-40B4-BE49-F238E27FC236}">
                <a16:creationId xmlns:a16="http://schemas.microsoft.com/office/drawing/2014/main" id="{5DD26883-9F47-4771-B812-9FFEC4043CA7}"/>
              </a:ext>
            </a:extLst>
          </p:cNvPr>
          <p:cNvSpPr txBox="1"/>
          <p:nvPr userDrawn="1"/>
        </p:nvSpPr>
        <p:spPr>
          <a:xfrm>
            <a:off x="4173231" y="1131886"/>
            <a:ext cx="1299366" cy="280587"/>
          </a:xfrm>
          <a:prstGeom prst="rect">
            <a:avLst/>
          </a:prstGeom>
          <a:noFill/>
        </p:spPr>
        <p:txBody>
          <a:bodyPr wrap="none" lIns="83077" tIns="0" rIns="0" bIns="0" rtlCol="0">
            <a:noAutofit/>
          </a:bodyPr>
          <a:lstStyle/>
          <a:p>
            <a:pPr algn="l" fontAlgn="ctr">
              <a:lnSpc>
                <a:spcPct val="100000"/>
              </a:lnSpc>
            </a:pPr>
            <a:r>
              <a:rPr lang="ja-JP" altLang="en-US" sz="1477" b="1" dirty="0">
                <a:solidFill>
                  <a:srgbClr val="000F78"/>
                </a:solidFill>
                <a:latin typeface="+mn-ea"/>
                <a:ea typeface="+mn-ea"/>
              </a:rPr>
              <a:t>主要プロジェクト</a:t>
            </a:r>
          </a:p>
        </p:txBody>
      </p:sp>
      <p:cxnSp>
        <p:nvCxnSpPr>
          <p:cNvPr id="27" name="直線コネクタ 26">
            <a:extLst>
              <a:ext uri="{FF2B5EF4-FFF2-40B4-BE49-F238E27FC236}">
                <a16:creationId xmlns:a16="http://schemas.microsoft.com/office/drawing/2014/main" id="{0692F409-148C-4ECA-8461-74E337BDD83A}"/>
              </a:ext>
            </a:extLst>
          </p:cNvPr>
          <p:cNvCxnSpPr>
            <a:cxnSpLocks/>
          </p:cNvCxnSpPr>
          <p:nvPr userDrawn="1"/>
        </p:nvCxnSpPr>
        <p:spPr>
          <a:xfrm>
            <a:off x="4040249" y="1125187"/>
            <a:ext cx="0" cy="532800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F1D5F7FB-D5C9-442A-A715-816C7DB310A8}"/>
              </a:ext>
            </a:extLst>
          </p:cNvPr>
          <p:cNvSpPr txBox="1"/>
          <p:nvPr userDrawn="1"/>
        </p:nvSpPr>
        <p:spPr>
          <a:xfrm>
            <a:off x="185052" y="3594302"/>
            <a:ext cx="528547" cy="26674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専門</a:t>
            </a:r>
          </a:p>
        </p:txBody>
      </p:sp>
      <p:cxnSp>
        <p:nvCxnSpPr>
          <p:cNvPr id="29" name="直線コネクタ 28">
            <a:extLst>
              <a:ext uri="{FF2B5EF4-FFF2-40B4-BE49-F238E27FC236}">
                <a16:creationId xmlns:a16="http://schemas.microsoft.com/office/drawing/2014/main" id="{2DC8E470-EBB0-4A37-855C-C3912B29471A}"/>
              </a:ext>
            </a:extLst>
          </p:cNvPr>
          <p:cNvCxnSpPr>
            <a:cxnSpLocks/>
          </p:cNvCxnSpPr>
          <p:nvPr userDrawn="1"/>
        </p:nvCxnSpPr>
        <p:spPr>
          <a:xfrm>
            <a:off x="251520" y="3429000"/>
            <a:ext cx="3588504" cy="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 20"/>
          <p:cNvSpPr>
            <a:spLocks noGrp="1"/>
          </p:cNvSpPr>
          <p:nvPr>
            <p:ph type="body" sz="quarter" idx="14"/>
          </p:nvPr>
        </p:nvSpPr>
        <p:spPr>
          <a:xfrm>
            <a:off x="184639" y="1412776"/>
            <a:ext cx="3655385" cy="1872208"/>
          </a:xfrm>
          <a:prstGeom prst="rect">
            <a:avLst/>
          </a:prstGeom>
        </p:spPr>
        <p:txBody>
          <a:bodyPr lIns="90000"/>
          <a:lstStyle>
            <a:lvl1pPr marL="172804" indent="-172804" fontAlgn="ctr">
              <a:tabLst>
                <a:tab pos="995021" algn="l"/>
              </a:tabLst>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13" name="テキスト プレースホルダ 20"/>
          <p:cNvSpPr>
            <a:spLocks noGrp="1"/>
          </p:cNvSpPr>
          <p:nvPr>
            <p:ph type="body" sz="quarter" idx="15"/>
          </p:nvPr>
        </p:nvSpPr>
        <p:spPr>
          <a:xfrm>
            <a:off x="184639" y="3861048"/>
            <a:ext cx="3655385" cy="2592140"/>
          </a:xfrm>
          <a:prstGeom prst="rect">
            <a:avLst/>
          </a:prstGeom>
        </p:spPr>
        <p:txBody>
          <a:bodyPr lIns="90000" rIns="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14" name="テキスト プレースホルダ 20"/>
          <p:cNvSpPr>
            <a:spLocks noGrp="1"/>
          </p:cNvSpPr>
          <p:nvPr>
            <p:ph type="body" sz="quarter" idx="16"/>
          </p:nvPr>
        </p:nvSpPr>
        <p:spPr>
          <a:xfrm>
            <a:off x="4173231" y="1412776"/>
            <a:ext cx="4785231" cy="5040412"/>
          </a:xfrm>
          <a:prstGeom prst="rect">
            <a:avLst/>
          </a:prstGeom>
        </p:spPr>
        <p:txBody>
          <a:bodyPr lIns="9000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Tree>
    <p:extLst>
      <p:ext uri="{BB962C8B-B14F-4D97-AF65-F5344CB8AC3E}">
        <p14:creationId xmlns:p14="http://schemas.microsoft.com/office/powerpoint/2010/main" val="3505102580"/>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プロフィール（章あり）">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216672425"/>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タイトル 12">
            <a:extLst>
              <a:ext uri="{FF2B5EF4-FFF2-40B4-BE49-F238E27FC236}">
                <a16:creationId xmlns:a16="http://schemas.microsoft.com/office/drawing/2014/main" id="{54A96962-01C7-4CDE-BCC8-C65E26A9A134}"/>
              </a:ext>
            </a:extLst>
          </p:cNvPr>
          <p:cNvSpPr>
            <a:spLocks noGrp="1"/>
          </p:cNvSpPr>
          <p:nvPr>
            <p:ph type="title"/>
          </p:nvPr>
        </p:nvSpPr>
        <p:spPr>
          <a:xfrm>
            <a:off x="185539" y="259200"/>
            <a:ext cx="8772923" cy="671292"/>
          </a:xfrm>
        </p:spPr>
        <p:txBody>
          <a:bodyPr vert="horz" tIns="324000"/>
          <a:lstStyle>
            <a:lvl1pPr>
              <a:defRPr>
                <a:latin typeface="+mj-ea"/>
                <a:ea typeface="+mj-ea"/>
              </a:defRPr>
            </a:lvl1pPr>
          </a:lstStyle>
          <a:p>
            <a:r>
              <a:rPr kumimoji="1" lang="ja-JP" altLang="en-US" dirty="0"/>
              <a:t>マスター タイトルの書式設定</a:t>
            </a:r>
          </a:p>
        </p:txBody>
      </p:sp>
      <p:sp>
        <p:nvSpPr>
          <p:cNvPr id="14" name="テキスト プレースホルダー 19">
            <a:extLst>
              <a:ext uri="{FF2B5EF4-FFF2-40B4-BE49-F238E27FC236}">
                <a16:creationId xmlns:a16="http://schemas.microsoft.com/office/drawing/2014/main" id="{2553E7DF-AEA8-49DF-9D59-F29EB73B8959}"/>
              </a:ext>
            </a:extLst>
          </p:cNvPr>
          <p:cNvSpPr>
            <a:spLocks noGrp="1"/>
          </p:cNvSpPr>
          <p:nvPr>
            <p:ph type="body" sz="quarter" idx="20"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
        <p:nvSpPr>
          <p:cNvPr id="23" name="テキスト ボックス 22">
            <a:extLst>
              <a:ext uri="{FF2B5EF4-FFF2-40B4-BE49-F238E27FC236}">
                <a16:creationId xmlns:a16="http://schemas.microsoft.com/office/drawing/2014/main" id="{D7A95318-A8BD-4903-B279-AF9CDB5697B3}"/>
              </a:ext>
            </a:extLst>
          </p:cNvPr>
          <p:cNvSpPr txBox="1"/>
          <p:nvPr userDrawn="1"/>
        </p:nvSpPr>
        <p:spPr>
          <a:xfrm>
            <a:off x="184639" y="1132716"/>
            <a:ext cx="581939" cy="27975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経歴</a:t>
            </a:r>
          </a:p>
        </p:txBody>
      </p:sp>
      <p:sp>
        <p:nvSpPr>
          <p:cNvPr id="24" name="テキスト ボックス 23">
            <a:extLst>
              <a:ext uri="{FF2B5EF4-FFF2-40B4-BE49-F238E27FC236}">
                <a16:creationId xmlns:a16="http://schemas.microsoft.com/office/drawing/2014/main" id="{E96DC105-3612-45FB-8BFC-2C6F9403A975}"/>
              </a:ext>
            </a:extLst>
          </p:cNvPr>
          <p:cNvSpPr txBox="1"/>
          <p:nvPr userDrawn="1"/>
        </p:nvSpPr>
        <p:spPr>
          <a:xfrm>
            <a:off x="4173231" y="1131886"/>
            <a:ext cx="1299366" cy="280587"/>
          </a:xfrm>
          <a:prstGeom prst="rect">
            <a:avLst/>
          </a:prstGeom>
          <a:noFill/>
        </p:spPr>
        <p:txBody>
          <a:bodyPr wrap="none" lIns="83077" tIns="0" rIns="0" bIns="0" rtlCol="0">
            <a:noAutofit/>
          </a:bodyPr>
          <a:lstStyle/>
          <a:p>
            <a:pPr algn="l" fontAlgn="ctr">
              <a:lnSpc>
                <a:spcPct val="100000"/>
              </a:lnSpc>
            </a:pPr>
            <a:r>
              <a:rPr lang="ja-JP" altLang="en-US" sz="1477" b="1" dirty="0">
                <a:solidFill>
                  <a:srgbClr val="000F78"/>
                </a:solidFill>
                <a:latin typeface="+mn-ea"/>
                <a:ea typeface="+mn-ea"/>
              </a:rPr>
              <a:t>主要プロジェクト</a:t>
            </a:r>
          </a:p>
        </p:txBody>
      </p:sp>
      <p:cxnSp>
        <p:nvCxnSpPr>
          <p:cNvPr id="25" name="直線コネクタ 24">
            <a:extLst>
              <a:ext uri="{FF2B5EF4-FFF2-40B4-BE49-F238E27FC236}">
                <a16:creationId xmlns:a16="http://schemas.microsoft.com/office/drawing/2014/main" id="{7CA3323B-AF9B-4AF1-BE27-65FB15FB99A4}"/>
              </a:ext>
            </a:extLst>
          </p:cNvPr>
          <p:cNvCxnSpPr>
            <a:cxnSpLocks/>
          </p:cNvCxnSpPr>
          <p:nvPr userDrawn="1"/>
        </p:nvCxnSpPr>
        <p:spPr>
          <a:xfrm>
            <a:off x="4040249" y="1125187"/>
            <a:ext cx="0" cy="532800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9EA90D61-2335-40F0-A9AF-1BFBC8DDDD46}"/>
              </a:ext>
            </a:extLst>
          </p:cNvPr>
          <p:cNvSpPr txBox="1"/>
          <p:nvPr userDrawn="1"/>
        </p:nvSpPr>
        <p:spPr>
          <a:xfrm>
            <a:off x="185052" y="3594302"/>
            <a:ext cx="528547" cy="266746"/>
          </a:xfrm>
          <a:prstGeom prst="rect">
            <a:avLst/>
          </a:prstGeom>
          <a:noFill/>
        </p:spPr>
        <p:txBody>
          <a:bodyPr wrap="none" lIns="83077" tIns="0" rIns="83077" bIns="0" rtlCol="0">
            <a:noAutofit/>
          </a:bodyPr>
          <a:lstStyle/>
          <a:p>
            <a:pPr algn="l" fontAlgn="ctr">
              <a:lnSpc>
                <a:spcPct val="100000"/>
              </a:lnSpc>
            </a:pPr>
            <a:r>
              <a:rPr lang="ja-JP" altLang="en-US" sz="1477" b="1" dirty="0">
                <a:solidFill>
                  <a:srgbClr val="000F78"/>
                </a:solidFill>
                <a:latin typeface="+mn-ea"/>
                <a:ea typeface="+mn-ea"/>
              </a:rPr>
              <a:t>専門</a:t>
            </a:r>
          </a:p>
        </p:txBody>
      </p:sp>
      <p:cxnSp>
        <p:nvCxnSpPr>
          <p:cNvPr id="27" name="直線コネクタ 26">
            <a:extLst>
              <a:ext uri="{FF2B5EF4-FFF2-40B4-BE49-F238E27FC236}">
                <a16:creationId xmlns:a16="http://schemas.microsoft.com/office/drawing/2014/main" id="{D183AE00-A38E-4339-B2DE-ADC882984879}"/>
              </a:ext>
            </a:extLst>
          </p:cNvPr>
          <p:cNvCxnSpPr>
            <a:cxnSpLocks/>
          </p:cNvCxnSpPr>
          <p:nvPr userDrawn="1"/>
        </p:nvCxnSpPr>
        <p:spPr>
          <a:xfrm>
            <a:off x="251520" y="3429000"/>
            <a:ext cx="3588504" cy="0"/>
          </a:xfrm>
          <a:prstGeom prst="line">
            <a:avLst/>
          </a:prstGeom>
          <a:ln w="3175">
            <a:solidFill>
              <a:srgbClr val="000F78"/>
            </a:solidFill>
          </a:ln>
        </p:spPr>
        <p:style>
          <a:lnRef idx="1">
            <a:schemeClr val="accent1"/>
          </a:lnRef>
          <a:fillRef idx="0">
            <a:schemeClr val="accent1"/>
          </a:fillRef>
          <a:effectRef idx="0">
            <a:schemeClr val="accent1"/>
          </a:effectRef>
          <a:fontRef idx="minor">
            <a:schemeClr val="tx1"/>
          </a:fontRef>
        </p:style>
      </p:cxnSp>
      <p:sp>
        <p:nvSpPr>
          <p:cNvPr id="28" name="テキスト プレースホルダ 20"/>
          <p:cNvSpPr>
            <a:spLocks noGrp="1"/>
          </p:cNvSpPr>
          <p:nvPr>
            <p:ph type="body" sz="quarter" idx="14"/>
          </p:nvPr>
        </p:nvSpPr>
        <p:spPr>
          <a:xfrm>
            <a:off x="184639" y="1412776"/>
            <a:ext cx="3655385" cy="1872208"/>
          </a:xfrm>
          <a:prstGeom prst="rect">
            <a:avLst/>
          </a:prstGeom>
        </p:spPr>
        <p:txBody>
          <a:bodyPr lIns="90000"/>
          <a:lstStyle>
            <a:lvl1pPr marL="172804" indent="-172804" fontAlgn="ctr">
              <a:tabLst>
                <a:tab pos="995021" algn="l"/>
              </a:tabLst>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p:txBody>
      </p:sp>
      <p:sp>
        <p:nvSpPr>
          <p:cNvPr id="29" name="テキスト プレースホルダ 20"/>
          <p:cNvSpPr>
            <a:spLocks noGrp="1"/>
          </p:cNvSpPr>
          <p:nvPr>
            <p:ph type="body" sz="quarter" idx="15"/>
          </p:nvPr>
        </p:nvSpPr>
        <p:spPr>
          <a:xfrm>
            <a:off x="184639" y="3861048"/>
            <a:ext cx="3655385" cy="2592140"/>
          </a:xfrm>
          <a:prstGeom prst="rect">
            <a:avLst/>
          </a:prstGeom>
        </p:spPr>
        <p:txBody>
          <a:bodyPr lIns="90000" rIns="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p:txBody>
      </p:sp>
      <p:sp>
        <p:nvSpPr>
          <p:cNvPr id="30" name="テキスト プレースホルダ 20"/>
          <p:cNvSpPr>
            <a:spLocks noGrp="1"/>
          </p:cNvSpPr>
          <p:nvPr>
            <p:ph type="body" sz="quarter" idx="16"/>
          </p:nvPr>
        </p:nvSpPr>
        <p:spPr>
          <a:xfrm>
            <a:off x="4173231" y="1412776"/>
            <a:ext cx="4785231" cy="5040412"/>
          </a:xfrm>
          <a:prstGeom prst="rect">
            <a:avLst/>
          </a:prstGeom>
        </p:spPr>
        <p:txBody>
          <a:bodyPr lIns="90000"/>
          <a:lstStyle>
            <a:lvl1pPr marL="172804" indent="-172804" fontAlgn="ctr">
              <a:defRPr sz="1108">
                <a:latin typeface="+mn-ea"/>
                <a:ea typeface="+mn-ea"/>
              </a:defRPr>
            </a:lvl1pPr>
            <a:lvl2pPr marL="329720" indent="-164127" fontAlgn="ctr">
              <a:defRPr sz="831">
                <a:latin typeface="+mn-ea"/>
                <a:ea typeface="+mn-ea"/>
              </a:defRPr>
            </a:lvl2pPr>
            <a:lvl3pPr marL="468566" indent="-109664">
              <a:spcBef>
                <a:spcPts val="465"/>
              </a:spcBef>
              <a:defRPr sz="831">
                <a:latin typeface="+mj-ea"/>
                <a:ea typeface="+mj-ea"/>
              </a:defRPr>
            </a:lvl3pPr>
            <a:lvl4pPr>
              <a:defRPr sz="1108">
                <a:latin typeface="+mn-ea"/>
                <a:ea typeface="+mn-ea"/>
              </a:defRPr>
            </a:lvl4pPr>
            <a:lvl5pPr>
              <a:defRPr sz="1108"/>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p:txBody>
      </p:sp>
    </p:spTree>
    <p:extLst>
      <p:ext uri="{BB962C8B-B14F-4D97-AF65-F5344CB8AC3E}">
        <p14:creationId xmlns:p14="http://schemas.microsoft.com/office/powerpoint/2010/main" val="1345754096"/>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プロフィール 移動可">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extLst>
              <p:ext uri="{D42A27DB-BD31-4B8C-83A1-F6EECF244321}">
                <p14:modId xmlns:p14="http://schemas.microsoft.com/office/powerpoint/2010/main" val="1237175262"/>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4" name="オブジェクト 3"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FBE7747-457A-47B4-8D78-525F18385533}"/>
              </a:ext>
            </a:extLst>
          </p:cNvPr>
          <p:cNvSpPr>
            <a:spLocks noGrp="1"/>
          </p:cNvSpPr>
          <p:nvPr>
            <p:ph type="title"/>
          </p:nvPr>
        </p:nvSpPr>
        <p:spPr>
          <a:xfrm>
            <a:off x="185539" y="259200"/>
            <a:ext cx="8772923" cy="356755"/>
          </a:xfrm>
        </p:spPr>
        <p:txBody>
          <a:bodyPr vert="horz" tIns="36000"/>
          <a:lstStyle>
            <a:lvl1pPr>
              <a:defRPr>
                <a:latin typeface="+mj-ea"/>
                <a:ea typeface="+mj-ea"/>
              </a:defRPr>
            </a:lvl1pPr>
          </a:lstStyle>
          <a:p>
            <a:r>
              <a:rPr kumimoji="1" lang="ja-JP" altLang="en-US" dirty="0"/>
              <a:t>マスター タイトルの書式設定</a:t>
            </a:r>
          </a:p>
        </p:txBody>
      </p:sp>
      <p:sp>
        <p:nvSpPr>
          <p:cNvPr id="19" name="テキスト プレースホルダ 20"/>
          <p:cNvSpPr>
            <a:spLocks noGrp="1"/>
          </p:cNvSpPr>
          <p:nvPr>
            <p:ph type="body" sz="quarter" idx="14" hasCustomPrompt="1"/>
          </p:nvPr>
        </p:nvSpPr>
        <p:spPr>
          <a:xfrm>
            <a:off x="186105" y="1130400"/>
            <a:ext cx="3655385" cy="2159446"/>
          </a:xfrm>
          <a:prstGeom prst="callout1">
            <a:avLst>
              <a:gd name="adj1" fmla="val 106472"/>
              <a:gd name="adj2" fmla="val 1730"/>
              <a:gd name="adj3" fmla="val 106411"/>
              <a:gd name="adj4" fmla="val 100056"/>
            </a:avLst>
          </a:prstGeom>
          <a:ln w="3175">
            <a:solidFill>
              <a:srgbClr val="000F78"/>
            </a:solidFill>
          </a:ln>
        </p:spPr>
        <p:txBody>
          <a:bodyPr lIns="90000" tIns="0" rIns="0"/>
          <a:lstStyle>
            <a:lvl1pPr marL="172804" marR="0" indent="-172804" algn="l" defTabSz="844083" rtl="0" eaLnBrk="1" fontAlgn="ctr" latinLnBrk="0" hangingPunct="1">
              <a:lnSpc>
                <a:spcPct val="100000"/>
              </a:lnSpc>
              <a:spcBef>
                <a:spcPts val="532"/>
              </a:spcBef>
              <a:spcAft>
                <a:spcPts val="0"/>
              </a:spcAft>
              <a:buClr>
                <a:srgbClr val="000F78"/>
              </a:buClr>
              <a:buSzTx/>
              <a:buFont typeface="Wingdings" panose="05000000000000000000" pitchFamily="2" charset="2"/>
              <a:buChar char="n"/>
              <a:tabLst>
                <a:tab pos="995021" algn="l"/>
              </a:tabLst>
              <a:defRPr sz="1108">
                <a:latin typeface="+mn-ea"/>
                <a:ea typeface="+mn-ea"/>
              </a:defRPr>
            </a:lvl1pPr>
            <a:lvl2pPr marL="329720" indent="-162835" fontAlgn="ctr">
              <a:defRPr sz="831">
                <a:latin typeface="+mn-ea"/>
                <a:ea typeface="+mn-ea"/>
              </a:defRPr>
            </a:lvl2pPr>
            <a:lvl3pPr marL="468566" marR="0" indent="-109664" algn="l" defTabSz="844083" rtl="0" eaLnBrk="1" fontAlgn="ctr" latinLnBrk="0" hangingPunct="1">
              <a:lnSpc>
                <a:spcPct val="100000"/>
              </a:lnSpc>
              <a:spcBef>
                <a:spcPts val="465"/>
              </a:spcBef>
              <a:spcAft>
                <a:spcPts val="0"/>
              </a:spcAft>
              <a:buClr>
                <a:srgbClr val="000F78"/>
              </a:buClr>
              <a:buSzTx/>
              <a:buFont typeface="Arial" panose="020B0604020202020204" pitchFamily="34" charset="0"/>
              <a:buChar char="•"/>
              <a:tabLst/>
              <a:defRPr sz="831">
                <a:latin typeface="+mn-ea"/>
                <a:ea typeface="+mn-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経歴</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0" name="テキスト プレースホルダ 20"/>
          <p:cNvSpPr>
            <a:spLocks noGrp="1"/>
          </p:cNvSpPr>
          <p:nvPr>
            <p:ph type="body" sz="quarter" idx="15" hasCustomPrompt="1"/>
          </p:nvPr>
        </p:nvSpPr>
        <p:spPr>
          <a:xfrm>
            <a:off x="186105" y="3592801"/>
            <a:ext cx="3655385" cy="2860388"/>
          </a:xfrm>
          <a:prstGeom prst="rect">
            <a:avLst/>
          </a:prstGeom>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marR="0" indent="-164127" algn="l" defTabSz="844083" rtl="0" eaLnBrk="1" fontAlgn="ctr" latinLnBrk="0" hangingPunct="1">
              <a:lnSpc>
                <a:spcPct val="100000"/>
              </a:lnSpc>
              <a:spcBef>
                <a:spcPts val="465"/>
              </a:spcBef>
              <a:spcAft>
                <a:spcPts val="0"/>
              </a:spcAft>
              <a:buClr>
                <a:srgbClr val="000F78"/>
              </a:buClr>
              <a:buSzTx/>
              <a:buFont typeface="Wingdings" panose="05000000000000000000" pitchFamily="2" charset="2"/>
              <a:buChar char="l"/>
              <a:tabLst/>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専門</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1" name="テキスト プレースホルダ 20"/>
          <p:cNvSpPr>
            <a:spLocks noGrp="1"/>
          </p:cNvSpPr>
          <p:nvPr>
            <p:ph type="body" sz="quarter" idx="16" hasCustomPrompt="1"/>
          </p:nvPr>
        </p:nvSpPr>
        <p:spPr>
          <a:xfrm>
            <a:off x="4174131" y="1130400"/>
            <a:ext cx="4785231" cy="5322788"/>
          </a:xfrm>
          <a:prstGeom prst="callout1">
            <a:avLst>
              <a:gd name="adj1" fmla="val -18"/>
              <a:gd name="adj2" fmla="val -2797"/>
              <a:gd name="adj3" fmla="val 100131"/>
              <a:gd name="adj4" fmla="val -2752"/>
            </a:avLst>
          </a:prstGeom>
          <a:ln w="3175">
            <a:solidFill>
              <a:srgbClr val="000F78"/>
            </a:solidFill>
          </a:ln>
        </p:spPr>
        <p:txBody>
          <a:bodyPr lIns="90000" tIns="0" rIns="0"/>
          <a:lstStyle>
            <a:lvl1pPr marL="172804" indent="-172804" fontAlgn="ctr">
              <a:spcBef>
                <a:spcPts val="532"/>
              </a:spcBef>
              <a:defRPr sz="1108">
                <a:latin typeface="Yu Gothic UI" panose="020B0500000000000000" pitchFamily="50" charset="-128"/>
                <a:ea typeface="Yu Gothic UI" panose="020B0500000000000000" pitchFamily="50" charset="-128"/>
              </a:defRPr>
            </a:lvl1pPr>
            <a:lvl2pPr marL="329720" indent="-164127" fontAlgn="ctr">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spcBef>
                <a:spcPts val="199"/>
              </a:spcBef>
              <a:buNone/>
              <a:defRPr sz="1477" b="1">
                <a:solidFill>
                  <a:srgbClr val="000F78"/>
                </a:solidFill>
                <a:latin typeface="+mn-ea"/>
                <a:ea typeface="+mn-ea"/>
              </a:defRPr>
            </a:lvl4pPr>
            <a:lvl5pPr>
              <a:defRPr sz="1108"/>
            </a:lvl5pPr>
          </a:lstStyle>
          <a:p>
            <a:pPr lvl="3"/>
            <a:r>
              <a:rPr kumimoji="1" lang="ja-JP" altLang="en-US" dirty="0"/>
              <a:t>主要プロジェクト</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14323844"/>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プロフィール（章あり）移動可">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extLst>
              <p:ext uri="{D42A27DB-BD31-4B8C-83A1-F6EECF244321}">
                <p14:modId xmlns:p14="http://schemas.microsoft.com/office/powerpoint/2010/main" val="2635654613"/>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3" imgW="347" imgH="348" progId="TCLayout.ActiveDocument.1">
                  <p:embed/>
                </p:oleObj>
              </mc:Choice>
              <mc:Fallback>
                <p:oleObj name="think-cell スライド" r:id="rId3" imgW="347" imgH="348" progId="TCLayout.ActiveDocument.1">
                  <p:embed/>
                  <p:pic>
                    <p:nvPicPr>
                      <p:cNvPr id="3" name="オブジェクト 2" hidden="1"/>
                      <p:cNvPicPr/>
                      <p:nvPr/>
                    </p:nvPicPr>
                    <p:blipFill>
                      <a:blip r:embed="rId4"/>
                      <a:stretch>
                        <a:fillRect/>
                      </a:stretch>
                    </p:blipFill>
                    <p:spPr>
                      <a:xfrm>
                        <a:off x="1466" y="1588"/>
                        <a:ext cx="1466" cy="1588"/>
                      </a:xfrm>
                      <a:prstGeom prst="rect">
                        <a:avLst/>
                      </a:prstGeom>
                    </p:spPr>
                  </p:pic>
                </p:oleObj>
              </mc:Fallback>
            </mc:AlternateContent>
          </a:graphicData>
        </a:graphic>
      </p:graphicFrame>
      <p:sp>
        <p:nvSpPr>
          <p:cNvPr id="13" name="タイトル 12">
            <a:extLst>
              <a:ext uri="{FF2B5EF4-FFF2-40B4-BE49-F238E27FC236}">
                <a16:creationId xmlns:a16="http://schemas.microsoft.com/office/drawing/2014/main" id="{54A96962-01C7-4CDE-BCC8-C65E26A9A134}"/>
              </a:ext>
            </a:extLst>
          </p:cNvPr>
          <p:cNvSpPr>
            <a:spLocks noGrp="1"/>
          </p:cNvSpPr>
          <p:nvPr>
            <p:ph type="title"/>
          </p:nvPr>
        </p:nvSpPr>
        <p:spPr>
          <a:xfrm>
            <a:off x="185539" y="259200"/>
            <a:ext cx="8772923" cy="671292"/>
          </a:xfrm>
        </p:spPr>
        <p:txBody>
          <a:bodyPr vert="horz" tIns="324000"/>
          <a:lstStyle>
            <a:lvl1pPr>
              <a:defRPr>
                <a:latin typeface="+mj-ea"/>
                <a:ea typeface="+mj-ea"/>
              </a:defRPr>
            </a:lvl1pPr>
          </a:lstStyle>
          <a:p>
            <a:r>
              <a:rPr kumimoji="1" lang="ja-JP" altLang="en-US" dirty="0"/>
              <a:t>マスター タイトルの書式設定</a:t>
            </a:r>
          </a:p>
        </p:txBody>
      </p:sp>
      <p:sp>
        <p:nvSpPr>
          <p:cNvPr id="14" name="テキスト プレースホルダー 19">
            <a:extLst>
              <a:ext uri="{FF2B5EF4-FFF2-40B4-BE49-F238E27FC236}">
                <a16:creationId xmlns:a16="http://schemas.microsoft.com/office/drawing/2014/main" id="{2553E7DF-AEA8-49DF-9D59-F29EB73B8959}"/>
              </a:ext>
            </a:extLst>
          </p:cNvPr>
          <p:cNvSpPr>
            <a:spLocks noGrp="1"/>
          </p:cNvSpPr>
          <p:nvPr>
            <p:ph type="body" sz="quarter" idx="20" hasCustomPrompt="1"/>
          </p:nvPr>
        </p:nvSpPr>
        <p:spPr>
          <a:xfrm>
            <a:off x="185539" y="259201"/>
            <a:ext cx="8772923" cy="288925"/>
          </a:xfrm>
        </p:spPr>
        <p:txBody>
          <a:bodyPr lIns="144000" rIns="0" bIns="36000" anchor="b" anchorCtr="0"/>
          <a:lstStyle>
            <a:lvl1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mj-ea"/>
                <a:ea typeface="+mj-ea"/>
                <a:cs typeface="+mj-cs"/>
              </a:defRPr>
            </a:lvl1pPr>
            <a:lvl2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844083" rtl="0" eaLnBrk="1" fontAlgn="ctr" latinLnBrk="0" hangingPunct="1">
              <a:lnSpc>
                <a:spcPct val="100000"/>
              </a:lnSpc>
              <a:spcBef>
                <a:spcPct val="0"/>
              </a:spcBef>
              <a:buClr>
                <a:srgbClr val="000F78"/>
              </a:buClr>
              <a:buFont typeface="Wingdings" panose="05000000000000000000" pitchFamily="2" charset="2"/>
              <a:buNone/>
              <a:def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defRPr>
            </a:lvl5pPr>
          </a:lstStyle>
          <a:p>
            <a:pPr marL="0" algn="l" defTabSz="914400" rtl="0" eaLnBrk="1" fontAlgn="ctr" latinLnBrk="0" hangingPunct="1">
              <a:lnSpc>
                <a:spcPct val="100000"/>
              </a:lnSpc>
              <a:spcBef>
                <a:spcPct val="0"/>
              </a:spcBef>
              <a:buNone/>
            </a:pPr>
            <a:r>
              <a:rPr lang="ja-JP" altLang="en-US" dirty="0"/>
              <a:t>章タイトル</a:t>
            </a:r>
            <a:r>
              <a:rPr lang="en-US" altLang="ja-JP" dirty="0"/>
              <a:t>/</a:t>
            </a:r>
            <a:r>
              <a:rPr lang="ja-JP" altLang="en-US" dirty="0"/>
              <a:t>スライドタイトル</a:t>
            </a:r>
            <a:r>
              <a:rPr kumimoji="1" lang="ja-JP" altLang="en-US" dirty="0"/>
              <a:t>を入力</a:t>
            </a:r>
            <a:endParaRPr kumimoji="1" lang="ja-JP" altLang="en-US" sz="1292" b="1" i="0" kern="1200" baseline="0" dirty="0">
              <a:solidFill>
                <a:srgbClr val="000F78"/>
              </a:solidFill>
              <a:latin typeface="Yu Gothic UI" panose="020B0500000000000000" pitchFamily="50" charset="-128"/>
              <a:ea typeface="Yu Gothic UI" panose="020B0500000000000000" pitchFamily="50" charset="-128"/>
              <a:cs typeface="+mj-cs"/>
            </a:endParaRPr>
          </a:p>
        </p:txBody>
      </p:sp>
      <p:sp>
        <p:nvSpPr>
          <p:cNvPr id="21" name="テキスト プレースホルダ 20"/>
          <p:cNvSpPr>
            <a:spLocks noGrp="1"/>
          </p:cNvSpPr>
          <p:nvPr>
            <p:ph type="body" sz="quarter" idx="14" hasCustomPrompt="1"/>
          </p:nvPr>
        </p:nvSpPr>
        <p:spPr>
          <a:xfrm>
            <a:off x="186105" y="1130400"/>
            <a:ext cx="3655385" cy="2159446"/>
          </a:xfrm>
          <a:prstGeom prst="callout1">
            <a:avLst>
              <a:gd name="adj1" fmla="val 106472"/>
              <a:gd name="adj2" fmla="val 1730"/>
              <a:gd name="adj3" fmla="val 106411"/>
              <a:gd name="adj4" fmla="val 100056"/>
            </a:avLst>
          </a:prstGeom>
          <a:ln w="3175">
            <a:solidFill>
              <a:srgbClr val="000F78"/>
            </a:solidFill>
          </a:ln>
        </p:spPr>
        <p:txBody>
          <a:bodyPr lIns="90000" tIns="0" rIns="0"/>
          <a:lstStyle>
            <a:lvl1pPr marL="172804" marR="0" indent="-172804" algn="l" defTabSz="844083" rtl="0" eaLnBrk="1" fontAlgn="ctr" latinLnBrk="0" hangingPunct="1">
              <a:lnSpc>
                <a:spcPct val="100000"/>
              </a:lnSpc>
              <a:spcBef>
                <a:spcPts val="532"/>
              </a:spcBef>
              <a:spcAft>
                <a:spcPts val="0"/>
              </a:spcAft>
              <a:buClr>
                <a:srgbClr val="000F78"/>
              </a:buClr>
              <a:buSzTx/>
              <a:buFont typeface="Wingdings" panose="05000000000000000000" pitchFamily="2" charset="2"/>
              <a:buChar char="n"/>
              <a:tabLst>
                <a:tab pos="995021" algn="l"/>
              </a:tabLst>
              <a:defRPr sz="1108">
                <a:latin typeface="+mn-ea"/>
                <a:ea typeface="+mn-ea"/>
              </a:defRPr>
            </a:lvl1pPr>
            <a:lvl2pPr marL="329720" indent="-162835" fontAlgn="ctr">
              <a:defRPr sz="831">
                <a:latin typeface="+mn-ea"/>
                <a:ea typeface="+mn-ea"/>
              </a:defRPr>
            </a:lvl2pPr>
            <a:lvl3pPr marL="468566" marR="0" indent="-109664" algn="l" defTabSz="844083" rtl="0" eaLnBrk="1" fontAlgn="ctr" latinLnBrk="0" hangingPunct="1">
              <a:lnSpc>
                <a:spcPct val="100000"/>
              </a:lnSpc>
              <a:spcBef>
                <a:spcPts val="465"/>
              </a:spcBef>
              <a:spcAft>
                <a:spcPts val="0"/>
              </a:spcAft>
              <a:buClr>
                <a:srgbClr val="000F78"/>
              </a:buClr>
              <a:buSzTx/>
              <a:buFont typeface="Arial" panose="020B0604020202020204" pitchFamily="34" charset="0"/>
              <a:buChar char="•"/>
              <a:tabLst/>
              <a:defRPr sz="831">
                <a:latin typeface="+mn-ea"/>
                <a:ea typeface="+mn-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経歴</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2" name="テキスト プレースホルダ 20"/>
          <p:cNvSpPr>
            <a:spLocks noGrp="1"/>
          </p:cNvSpPr>
          <p:nvPr>
            <p:ph type="body" sz="quarter" idx="15" hasCustomPrompt="1"/>
          </p:nvPr>
        </p:nvSpPr>
        <p:spPr>
          <a:xfrm>
            <a:off x="186105" y="3592801"/>
            <a:ext cx="3655385" cy="2860388"/>
          </a:xfrm>
          <a:prstGeom prst="rect">
            <a:avLst/>
          </a:prstGeom>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marR="0" indent="-164127" algn="l" defTabSz="844083" rtl="0" eaLnBrk="1" fontAlgn="ctr" latinLnBrk="0" hangingPunct="1">
              <a:lnSpc>
                <a:spcPct val="100000"/>
              </a:lnSpc>
              <a:spcBef>
                <a:spcPts val="465"/>
              </a:spcBef>
              <a:spcAft>
                <a:spcPts val="0"/>
              </a:spcAft>
              <a:buClr>
                <a:srgbClr val="000F78"/>
              </a:buClr>
              <a:buSzTx/>
              <a:buFont typeface="Wingdings" panose="05000000000000000000" pitchFamily="2" charset="2"/>
              <a:buChar char="l"/>
              <a:tabLst/>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buNone/>
              <a:defRPr sz="1477" b="1">
                <a:solidFill>
                  <a:srgbClr val="000F78"/>
                </a:solidFill>
                <a:latin typeface="+mn-ea"/>
                <a:ea typeface="+mn-ea"/>
              </a:defRPr>
            </a:lvl4pPr>
            <a:lvl5pPr>
              <a:defRPr sz="1108"/>
            </a:lvl5pPr>
          </a:lstStyle>
          <a:p>
            <a:pPr lvl="3"/>
            <a:r>
              <a:rPr kumimoji="1" lang="ja-JP" altLang="en-US" dirty="0"/>
              <a:t>専門</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endParaRPr kumimoji="1" lang="en-US" altLang="ja-JP" dirty="0"/>
          </a:p>
        </p:txBody>
      </p:sp>
      <p:sp>
        <p:nvSpPr>
          <p:cNvPr id="23" name="テキスト プレースホルダ 20"/>
          <p:cNvSpPr>
            <a:spLocks noGrp="1"/>
          </p:cNvSpPr>
          <p:nvPr>
            <p:ph type="body" sz="quarter" idx="16" hasCustomPrompt="1"/>
          </p:nvPr>
        </p:nvSpPr>
        <p:spPr>
          <a:xfrm>
            <a:off x="4174131" y="1130400"/>
            <a:ext cx="4785231" cy="5322788"/>
          </a:xfrm>
          <a:prstGeom prst="callout1">
            <a:avLst>
              <a:gd name="adj1" fmla="val -18"/>
              <a:gd name="adj2" fmla="val -2797"/>
              <a:gd name="adj3" fmla="val 100131"/>
              <a:gd name="adj4" fmla="val -2752"/>
            </a:avLst>
          </a:prstGeom>
          <a:ln w="3175">
            <a:solidFill>
              <a:srgbClr val="000F78"/>
            </a:solidFill>
          </a:ln>
        </p:spPr>
        <p:txBody>
          <a:bodyPr lIns="90000" tIns="0" rIns="0"/>
          <a:lstStyle>
            <a:lvl1pPr marL="172804" indent="-172804" fontAlgn="ctr">
              <a:defRPr sz="1108">
                <a:latin typeface="Yu Gothic UI" panose="020B0500000000000000" pitchFamily="50" charset="-128"/>
                <a:ea typeface="Yu Gothic UI" panose="020B0500000000000000" pitchFamily="50" charset="-128"/>
              </a:defRPr>
            </a:lvl1pPr>
            <a:lvl2pPr marL="329720" indent="-164127" fontAlgn="ctr">
              <a:defRPr sz="831">
                <a:latin typeface="Yu Gothic UI" panose="020B0500000000000000" pitchFamily="50" charset="-128"/>
                <a:ea typeface="Yu Gothic UI" panose="020B0500000000000000" pitchFamily="50" charset="-128"/>
              </a:defRPr>
            </a:lvl2pPr>
            <a:lvl3pPr marL="468566" indent="-109664" fontAlgn="ctr">
              <a:spcBef>
                <a:spcPts val="465"/>
              </a:spcBef>
              <a:buFont typeface="Arial" panose="020B0604020202020204" pitchFamily="34" charset="0"/>
              <a:buChar char="•"/>
              <a:defRPr sz="831">
                <a:latin typeface="+mj-ea"/>
                <a:ea typeface="+mj-ea"/>
              </a:defRPr>
            </a:lvl3pPr>
            <a:lvl4pPr marL="0" indent="0" fontAlgn="ctr">
              <a:spcBef>
                <a:spcPts val="199"/>
              </a:spcBef>
              <a:buNone/>
              <a:defRPr sz="1477" b="1">
                <a:solidFill>
                  <a:srgbClr val="000F78"/>
                </a:solidFill>
                <a:latin typeface="+mn-ea"/>
                <a:ea typeface="+mn-ea"/>
              </a:defRPr>
            </a:lvl4pPr>
            <a:lvl5pPr>
              <a:defRPr sz="1108"/>
            </a:lvl5pPr>
          </a:lstStyle>
          <a:p>
            <a:pPr lvl="3"/>
            <a:r>
              <a:rPr kumimoji="1" lang="ja-JP" altLang="en-US" dirty="0"/>
              <a:t>主要プロジェクト</a:t>
            </a:r>
            <a:endParaRPr kumimoji="1" lang="en-US" altLang="ja-JP" dirty="0"/>
          </a:p>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endParaRPr kumimoji="1" lang="en-US" altLang="ja-JP" dirty="0"/>
          </a:p>
          <a:p>
            <a:pPr lvl="2"/>
            <a:r>
              <a:rPr kumimoji="1" lang="ja-JP" altLang="en-US" dirty="0"/>
              <a:t>第 </a:t>
            </a:r>
            <a:r>
              <a:rPr kumimoji="1" lang="en-US" altLang="ja-JP" dirty="0"/>
              <a:t>3 </a:t>
            </a:r>
            <a:r>
              <a:rPr kumimoji="1" lang="ja-JP" altLang="en-US" dirty="0"/>
              <a:t>レベル</a:t>
            </a:r>
          </a:p>
        </p:txBody>
      </p:sp>
    </p:spTree>
    <p:extLst>
      <p:ext uri="{BB962C8B-B14F-4D97-AF65-F5344CB8AC3E}">
        <p14:creationId xmlns:p14="http://schemas.microsoft.com/office/powerpoint/2010/main" val="3154176633"/>
      </p:ext>
    </p:extLst>
  </p:cSld>
  <p:clrMapOvr>
    <a:masterClrMapping/>
  </p:clrMapOvr>
  <p:extLst>
    <p:ext uri="{DCECCB84-F9BA-43D5-87BE-67443E8EF086}">
      <p15:sldGuideLst xmlns:p15="http://schemas.microsoft.com/office/powerpoint/2012/main">
        <p15:guide id="2" pos="126">
          <p15:clr>
            <a:srgbClr val="FBAE40"/>
          </p15:clr>
        </p15:guide>
        <p15:guide id="3" pos="2848">
          <p15:clr>
            <a:srgbClr val="FBAE40"/>
          </p15:clr>
        </p15:guide>
        <p15:guide id="4" pos="2621">
          <p15:clr>
            <a:srgbClr val="FBAE40"/>
          </p15:clr>
        </p15:guide>
        <p15:guide id="5" orient="horz" pos="2160">
          <p15:clr>
            <a:srgbClr val="FBAE40"/>
          </p15:clr>
        </p15:guide>
        <p15:guide id="6" orient="horz" pos="709">
          <p15:clr>
            <a:srgbClr val="FBAE40"/>
          </p15:clr>
        </p15:guide>
        <p15:guide id="7" pos="2757">
          <p15:clr>
            <a:srgbClr val="FBAE40"/>
          </p15:clr>
        </p15:guide>
        <p15:guide id="8" pos="17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7988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裏表紙">
    <p:spTree>
      <p:nvGrpSpPr>
        <p:cNvPr id="1" name=""/>
        <p:cNvGrpSpPr/>
        <p:nvPr/>
      </p:nvGrpSpPr>
      <p:grpSpPr>
        <a:xfrm>
          <a:off x="0" y="0"/>
          <a:ext cx="0" cy="0"/>
          <a:chOff x="0" y="0"/>
          <a:chExt cx="0" cy="0"/>
        </a:xfrm>
      </p:grpSpPr>
      <p:pic>
        <p:nvPicPr>
          <p:cNvPr id="27" name="図 26">
            <a:extLst>
              <a:ext uri="{FF2B5EF4-FFF2-40B4-BE49-F238E27FC236}">
                <a16:creationId xmlns:a16="http://schemas.microsoft.com/office/drawing/2014/main" id="{8579C954-6CF1-F280-36DD-2349B0D9F4F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983545" y="1981200"/>
            <a:ext cx="5176911" cy="2895600"/>
          </a:xfrm>
          <a:prstGeom prst="rect">
            <a:avLst/>
          </a:prstGeom>
        </p:spPr>
      </p:pic>
    </p:spTree>
    <p:extLst>
      <p:ext uri="{BB962C8B-B14F-4D97-AF65-F5344CB8AC3E}">
        <p14:creationId xmlns:p14="http://schemas.microsoft.com/office/powerpoint/2010/main" val="2081580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image" Target="../media/image1.emf"/><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oleObject" Target="../embeddings/oleObject1.bin"/><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3" Type="http://schemas.openxmlformats.org/officeDocument/2006/relationships/slideLayout" Target="../slideLayouts/slideLayout34.xml"/><Relationship Id="rId21" Type="http://schemas.openxmlformats.org/officeDocument/2006/relationships/theme" Target="../theme/theme3.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image" Target="../media/image2.png"/><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image" Target="../media/image1.emf"/><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oleObject" Target="../embeddings/oleObject1.bin"/><Relationship Id="rId10" Type="http://schemas.openxmlformats.org/officeDocument/2006/relationships/slideLayout" Target="../slideLayouts/slideLayout41.xml"/><Relationship Id="rId19" Type="http://schemas.openxmlformats.org/officeDocument/2006/relationships/slideLayout" Target="../slideLayouts/slideLayout50.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49" y="365125"/>
            <a:ext cx="7886700" cy="1325562"/>
          </a:xfrm>
          <a:prstGeom prst="rect">
            <a:avLst/>
          </a:prstGeom>
        </p:spPr>
        <p:txBody>
          <a:bodyPr vert="horz" lIns="91440" tIns="45720" rIns="91440" bIns="45720" rtlCol="0" anchor="ctr">
            <a:normAutofit/>
          </a:bodyPr>
          <a:lstStyle/>
          <a:p>
            <a:pPr>
              <a:defRPr/>
            </a:pPr>
            <a:r>
              <a:rPr lang="en-US"/>
              <a:t>Click to edit Master title style</a:t>
            </a:r>
          </a:p>
        </p:txBody>
      </p:sp>
      <p:sp>
        <p:nvSpPr>
          <p:cNvPr id="3" name="Text Placeholder 2"/>
          <p:cNvSpPr>
            <a:spLocks noGrp="1"/>
          </p:cNvSpPr>
          <p:nvPr>
            <p:ph type="body" idx="1"/>
          </p:nvPr>
        </p:nvSpPr>
        <p:spPr bwMode="auto">
          <a:xfrm>
            <a:off x="628649"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2"/>
          </p:nvPr>
        </p:nvSpPr>
        <p:spPr bwMode="auto">
          <a:xfrm>
            <a:off x="628649"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D0CCF7A5-0F14-4B48-AB32-6FDB368CF717}" type="datetime1">
              <a:rPr lang="ja-JP" altLang="en-US" smtClean="0"/>
              <a:t>2024/8/21</a:t>
            </a:fld>
            <a:endParaRPr lang="ru-RU"/>
          </a:p>
        </p:txBody>
      </p:sp>
      <p:sp>
        <p:nvSpPr>
          <p:cNvPr id="5" name="Footer Placeholder 4"/>
          <p:cNvSpPr>
            <a:spLocks noGrp="1"/>
          </p:cNvSpPr>
          <p:nvPr>
            <p:ph type="ftr" sz="quarter" idx="3"/>
          </p:nvPr>
        </p:nvSpPr>
        <p:spPr bwMode="auto">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Copyright©Zhiming Software Japan, Ltd. All rights reserved.</a:t>
            </a:r>
            <a:endParaRPr lang="ja-JP"/>
          </a:p>
        </p:txBody>
      </p:sp>
      <p:sp>
        <p:nvSpPr>
          <p:cNvPr id="6" name="Slide Number Placeholder 5"/>
          <p:cNvSpPr>
            <a:spLocks noGrp="1"/>
          </p:cNvSpPr>
          <p:nvPr>
            <p:ph type="sldNum" sz="quarter" idx="4"/>
          </p:nvPr>
        </p:nvSpPr>
        <p:spPr bwMode="auto">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8395586-F03A-48D1-94DF-16B239DF4FB5}" type="slidenum">
              <a:rPr lang="ru-RU"/>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6" r:id="rId8"/>
    <p:sldLayoutId id="2147483657" r:id="rId9"/>
    <p:sldLayoutId id="2147483658" r:id="rId10"/>
    <p:sldLayoutId id="2147483659" r:id="rId11"/>
  </p:sldLayoutIdLst>
  <p:hf hdr="0" dt="0"/>
  <p:txStyles>
    <p:titleStyle>
      <a:lvl1pPr algn="l" defTabSz="685800">
        <a:lnSpc>
          <a:spcPct val="90000"/>
        </a:lnSpc>
        <a:spcBef>
          <a:spcPts val="0"/>
        </a:spcBef>
        <a:buNone/>
        <a:defRPr sz="3300">
          <a:solidFill>
            <a:schemeClr val="tx1"/>
          </a:solidFill>
          <a:latin typeface="+mj-lt"/>
          <a:ea typeface="+mj-ea"/>
          <a:cs typeface="+mj-cs"/>
        </a:defRPr>
      </a:lvl1pPr>
    </p:titleStyle>
    <p:bodyStyle>
      <a:lvl1pPr marL="171450" indent="-171450" algn="l" defTabSz="685800">
        <a:lnSpc>
          <a:spcPct val="90000"/>
        </a:lnSpc>
        <a:spcBef>
          <a:spcPts val="749"/>
        </a:spcBef>
        <a:buFont typeface="Arial"/>
        <a:buChar char="•"/>
        <a:defRPr sz="2100">
          <a:solidFill>
            <a:schemeClr val="tx1"/>
          </a:solidFill>
          <a:latin typeface="+mn-lt"/>
          <a:ea typeface="+mn-ea"/>
          <a:cs typeface="+mn-cs"/>
        </a:defRPr>
      </a:lvl1pPr>
      <a:lvl2pPr marL="514350" indent="-171450" algn="l" defTabSz="685800">
        <a:lnSpc>
          <a:spcPct val="90000"/>
        </a:lnSpc>
        <a:spcBef>
          <a:spcPts val="374"/>
        </a:spcBef>
        <a:buFont typeface="Arial"/>
        <a:buChar char="•"/>
        <a:defRPr sz="1800">
          <a:solidFill>
            <a:schemeClr val="tx1"/>
          </a:solidFill>
          <a:latin typeface="+mn-lt"/>
          <a:ea typeface="+mn-ea"/>
          <a:cs typeface="+mn-cs"/>
        </a:defRPr>
      </a:lvl2pPr>
      <a:lvl3pPr marL="857250" indent="-171450" algn="l" defTabSz="685800">
        <a:lnSpc>
          <a:spcPct val="90000"/>
        </a:lnSpc>
        <a:spcBef>
          <a:spcPts val="374"/>
        </a:spcBef>
        <a:buFont typeface="Arial"/>
        <a:buChar char="•"/>
        <a:defRPr sz="1500">
          <a:solidFill>
            <a:schemeClr val="tx1"/>
          </a:solidFill>
          <a:latin typeface="+mn-lt"/>
          <a:ea typeface="+mn-ea"/>
          <a:cs typeface="+mn-cs"/>
        </a:defRPr>
      </a:lvl3pPr>
      <a:lvl4pPr marL="1200150" indent="-171450" algn="l" defTabSz="685800">
        <a:lnSpc>
          <a:spcPct val="90000"/>
        </a:lnSpc>
        <a:spcBef>
          <a:spcPts val="374"/>
        </a:spcBef>
        <a:buFont typeface="Arial"/>
        <a:buChar char="•"/>
        <a:defRPr sz="1350">
          <a:solidFill>
            <a:schemeClr val="tx1"/>
          </a:solidFill>
          <a:latin typeface="+mn-lt"/>
          <a:ea typeface="+mn-ea"/>
          <a:cs typeface="+mn-cs"/>
        </a:defRPr>
      </a:lvl4pPr>
      <a:lvl5pPr marL="1543050" indent="-171450" algn="l" defTabSz="685800">
        <a:lnSpc>
          <a:spcPct val="90000"/>
        </a:lnSpc>
        <a:spcBef>
          <a:spcPts val="374"/>
        </a:spcBef>
        <a:buFont typeface="Arial"/>
        <a:buChar char="•"/>
        <a:defRPr sz="1350">
          <a:solidFill>
            <a:schemeClr val="tx1"/>
          </a:solidFill>
          <a:latin typeface="+mn-lt"/>
          <a:ea typeface="+mn-ea"/>
          <a:cs typeface="+mn-cs"/>
        </a:defRPr>
      </a:lvl5pPr>
      <a:lvl6pPr marL="1885950" indent="-171450" algn="l" defTabSz="685800">
        <a:lnSpc>
          <a:spcPct val="90000"/>
        </a:lnSpc>
        <a:spcBef>
          <a:spcPts val="374"/>
        </a:spcBef>
        <a:buFont typeface="Arial"/>
        <a:buChar char="•"/>
        <a:defRPr sz="1350">
          <a:solidFill>
            <a:schemeClr val="tx1"/>
          </a:solidFill>
          <a:latin typeface="+mn-lt"/>
          <a:ea typeface="+mn-ea"/>
          <a:cs typeface="+mn-cs"/>
        </a:defRPr>
      </a:lvl6pPr>
      <a:lvl7pPr marL="2228850" indent="-171450" algn="l" defTabSz="685800">
        <a:lnSpc>
          <a:spcPct val="90000"/>
        </a:lnSpc>
        <a:spcBef>
          <a:spcPts val="374"/>
        </a:spcBef>
        <a:buFont typeface="Arial"/>
        <a:buChar char="•"/>
        <a:defRPr sz="1350">
          <a:solidFill>
            <a:schemeClr val="tx1"/>
          </a:solidFill>
          <a:latin typeface="+mn-lt"/>
          <a:ea typeface="+mn-ea"/>
          <a:cs typeface="+mn-cs"/>
        </a:defRPr>
      </a:lvl7pPr>
      <a:lvl8pPr marL="2571750" indent="-171450" algn="l" defTabSz="685800">
        <a:lnSpc>
          <a:spcPct val="90000"/>
        </a:lnSpc>
        <a:spcBef>
          <a:spcPts val="374"/>
        </a:spcBef>
        <a:buFont typeface="Arial"/>
        <a:buChar char="•"/>
        <a:defRPr sz="1350">
          <a:solidFill>
            <a:schemeClr val="tx1"/>
          </a:solidFill>
          <a:latin typeface="+mn-lt"/>
          <a:ea typeface="+mn-ea"/>
          <a:cs typeface="+mn-cs"/>
        </a:defRPr>
      </a:lvl8pPr>
      <a:lvl9pPr marL="2914650" indent="-171450" algn="l" defTabSz="685800">
        <a:lnSpc>
          <a:spcPct val="90000"/>
        </a:lnSpc>
        <a:spcBef>
          <a:spcPts val="374"/>
        </a:spcBef>
        <a:buFont typeface="Arial"/>
        <a:buChar char="•"/>
        <a:defRPr sz="1350">
          <a:solidFill>
            <a:schemeClr val="tx1"/>
          </a:solidFill>
          <a:latin typeface="+mn-lt"/>
          <a:ea typeface="+mn-ea"/>
          <a:cs typeface="+mn-cs"/>
        </a:defRPr>
      </a:lvl9pPr>
    </p:bodyStyle>
    <p:otherStyle>
      <a:defPPr>
        <a:defRPr lang="en-US"/>
      </a:defPPr>
      <a:lvl1pPr marL="0" algn="l" defTabSz="685800">
        <a:defRPr sz="1350">
          <a:solidFill>
            <a:schemeClr val="tx1"/>
          </a:solidFill>
          <a:latin typeface="+mn-lt"/>
          <a:ea typeface="+mn-ea"/>
          <a:cs typeface="+mn-cs"/>
        </a:defRPr>
      </a:lvl1pPr>
      <a:lvl2pPr marL="342900" algn="l" defTabSz="685800">
        <a:defRPr sz="1350">
          <a:solidFill>
            <a:schemeClr val="tx1"/>
          </a:solidFill>
          <a:latin typeface="+mn-lt"/>
          <a:ea typeface="+mn-ea"/>
          <a:cs typeface="+mn-cs"/>
        </a:defRPr>
      </a:lvl2pPr>
      <a:lvl3pPr marL="685800" algn="l" defTabSz="685800">
        <a:defRPr sz="1350">
          <a:solidFill>
            <a:schemeClr val="tx1"/>
          </a:solidFill>
          <a:latin typeface="+mn-lt"/>
          <a:ea typeface="+mn-ea"/>
          <a:cs typeface="+mn-cs"/>
        </a:defRPr>
      </a:lvl3pPr>
      <a:lvl4pPr marL="1028700" algn="l" defTabSz="685800">
        <a:defRPr sz="1350">
          <a:solidFill>
            <a:schemeClr val="tx1"/>
          </a:solidFill>
          <a:latin typeface="+mn-lt"/>
          <a:ea typeface="+mn-ea"/>
          <a:cs typeface="+mn-cs"/>
        </a:defRPr>
      </a:lvl4pPr>
      <a:lvl5pPr marL="1371600" algn="l" defTabSz="685800">
        <a:defRPr sz="1350">
          <a:solidFill>
            <a:schemeClr val="tx1"/>
          </a:solidFill>
          <a:latin typeface="+mn-lt"/>
          <a:ea typeface="+mn-ea"/>
          <a:cs typeface="+mn-cs"/>
        </a:defRPr>
      </a:lvl5pPr>
      <a:lvl6pPr marL="1714500" algn="l" defTabSz="685800">
        <a:defRPr sz="1350">
          <a:solidFill>
            <a:schemeClr val="tx1"/>
          </a:solidFill>
          <a:latin typeface="+mn-lt"/>
          <a:ea typeface="+mn-ea"/>
          <a:cs typeface="+mn-cs"/>
        </a:defRPr>
      </a:lvl6pPr>
      <a:lvl7pPr marL="2057400" algn="l" defTabSz="685800">
        <a:defRPr sz="1350">
          <a:solidFill>
            <a:schemeClr val="tx1"/>
          </a:solidFill>
          <a:latin typeface="+mn-lt"/>
          <a:ea typeface="+mn-ea"/>
          <a:cs typeface="+mn-cs"/>
        </a:defRPr>
      </a:lvl7pPr>
      <a:lvl8pPr marL="2400300" algn="l" defTabSz="685800">
        <a:defRPr sz="1350">
          <a:solidFill>
            <a:schemeClr val="tx1"/>
          </a:solidFill>
          <a:latin typeface="+mn-lt"/>
          <a:ea typeface="+mn-ea"/>
          <a:cs typeface="+mn-cs"/>
        </a:defRPr>
      </a:lvl8pPr>
      <a:lvl9pPr marL="2743200" algn="l" defTabSz="685800">
        <a:defRPr sz="135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オブジェクト 4" hidden="1"/>
          <p:cNvGraphicFramePr>
            <a:graphicFrameLocks noChangeAspect="1"/>
          </p:cNvGraphicFramePr>
          <p:nvPr userDrawn="1">
            <p:custDataLst>
              <p:tags r:id="rId22"/>
            </p:custDataLst>
            <p:extLst>
              <p:ext uri="{D42A27DB-BD31-4B8C-83A1-F6EECF244321}">
                <p14:modId xmlns:p14="http://schemas.microsoft.com/office/powerpoint/2010/main" val="12855074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23" imgW="347" imgH="348" progId="TCLayout.ActiveDocument.1">
                  <p:embed/>
                </p:oleObj>
              </mc:Choice>
              <mc:Fallback>
                <p:oleObj name="think-cell スライド" r:id="rId23" imgW="347" imgH="348" progId="TCLayout.ActiveDocument.1">
                  <p:embed/>
                  <p:pic>
                    <p:nvPicPr>
                      <p:cNvPr id="5" name="オブジェクト 4" hidden="1"/>
                      <p:cNvPicPr/>
                      <p:nvPr/>
                    </p:nvPicPr>
                    <p:blipFill>
                      <a:blip r:embed="rId24"/>
                      <a:stretch>
                        <a:fillRect/>
                      </a:stretch>
                    </p:blipFill>
                    <p:spPr>
                      <a:xfrm>
                        <a:off x="1466" y="1588"/>
                        <a:ext cx="1466" cy="1588"/>
                      </a:xfrm>
                      <a:prstGeom prst="rect">
                        <a:avLst/>
                      </a:prstGeom>
                    </p:spPr>
                  </p:pic>
                </p:oleObj>
              </mc:Fallback>
            </mc:AlternateContent>
          </a:graphicData>
        </a:graphic>
      </p:graphicFrame>
      <p:sp>
        <p:nvSpPr>
          <p:cNvPr id="2" name="Title Placeholder 1"/>
          <p:cNvSpPr>
            <a:spLocks noGrp="1"/>
          </p:cNvSpPr>
          <p:nvPr>
            <p:ph type="title"/>
          </p:nvPr>
        </p:nvSpPr>
        <p:spPr>
          <a:xfrm>
            <a:off x="185539" y="259200"/>
            <a:ext cx="8772923" cy="356755"/>
          </a:xfrm>
          <a:prstGeom prst="rect">
            <a:avLst/>
          </a:prstGeom>
          <a:blipFill dpi="0" rotWithShape="1">
            <a:blip r:embed="rId25"/>
            <a:srcRect/>
            <a:stretch>
              <a:fillRect/>
            </a:stretch>
          </a:blipFill>
        </p:spPr>
        <p:txBody>
          <a:bodyPr vert="horz" lIns="144000" tIns="36000" rIns="0" bIns="36000" rtlCol="0" anchor="t" anchorCtr="0">
            <a:sp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85539" y="864000"/>
            <a:ext cx="8772923" cy="5589335"/>
          </a:xfrm>
          <a:prstGeom prst="rect">
            <a:avLst/>
          </a:prstGeom>
        </p:spPr>
        <p:txBody>
          <a:bodyPr vert="horz" lIns="90000" tIns="46800" rIns="90000" bIns="4680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endParaRPr kumimoji="1" lang="en-US" altLang="ja-JP" dirty="0"/>
          </a:p>
          <a:p>
            <a:pPr lvl="5"/>
            <a:r>
              <a:rPr kumimoji="1" lang="ja-JP" altLang="en-US" dirty="0"/>
              <a:t>第</a:t>
            </a:r>
            <a:r>
              <a:rPr kumimoji="1" lang="en-US" altLang="ja-JP" dirty="0"/>
              <a:t>6</a:t>
            </a:r>
            <a:r>
              <a:rPr kumimoji="1" lang="ja-JP" altLang="en-US" dirty="0"/>
              <a:t>レベル</a:t>
            </a:r>
          </a:p>
        </p:txBody>
      </p:sp>
      <p:sp>
        <p:nvSpPr>
          <p:cNvPr id="10" name="正方形/長方形 9">
            <a:extLst>
              <a:ext uri="{FF2B5EF4-FFF2-40B4-BE49-F238E27FC236}">
                <a16:creationId xmlns:a16="http://schemas.microsoft.com/office/drawing/2014/main" id="{9391117A-CD3E-4600-B746-847FEC23B848}"/>
              </a:ext>
            </a:extLst>
          </p:cNvPr>
          <p:cNvSpPr/>
          <p:nvPr userDrawn="1"/>
        </p:nvSpPr>
        <p:spPr>
          <a:xfrm>
            <a:off x="8693073" y="6623893"/>
            <a:ext cx="450927" cy="171856"/>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0" tIns="0" rIns="149538" bIns="0" rtlCol="0" anchor="ctr" anchorCtr="0"/>
          <a:lstStyle/>
          <a:p>
            <a:pPr algn="r"/>
            <a:fld id="{F461DCFA-917F-7743-ADC0-510F16953B30}" type="slidenum">
              <a:rPr kumimoji="1" lang="ja-JP" altLang="en-US" sz="1108" b="0" i="0" smtClean="0">
                <a:solidFill>
                  <a:srgbClr val="000F78"/>
                </a:solidFill>
                <a:latin typeface="+mn-ea"/>
                <a:ea typeface="+mn-ea"/>
              </a:rPr>
              <a:pPr algn="r"/>
              <a:t>‹#›</a:t>
            </a:fld>
            <a:endParaRPr kumimoji="1" lang="ja-JP" altLang="en-US" sz="1108" b="0" i="0" dirty="0">
              <a:solidFill>
                <a:srgbClr val="000F78"/>
              </a:solidFill>
              <a:latin typeface="+mn-ea"/>
              <a:ea typeface="+mn-ea"/>
            </a:endParaRPr>
          </a:p>
        </p:txBody>
      </p:sp>
      <p:sp>
        <p:nvSpPr>
          <p:cNvPr id="11" name="テキスト ボックス 10">
            <a:extLst>
              <a:ext uri="{FF2B5EF4-FFF2-40B4-BE49-F238E27FC236}">
                <a16:creationId xmlns:a16="http://schemas.microsoft.com/office/drawing/2014/main" id="{2878B6BD-A78E-4925-94CB-0CF8088229B7}"/>
              </a:ext>
            </a:extLst>
          </p:cNvPr>
          <p:cNvSpPr txBox="1"/>
          <p:nvPr userDrawn="1"/>
        </p:nvSpPr>
        <p:spPr>
          <a:xfrm>
            <a:off x="5458950" y="6620362"/>
            <a:ext cx="2923022" cy="205890"/>
          </a:xfrm>
          <a:prstGeom prst="rect">
            <a:avLst/>
          </a:prstGeom>
          <a:noFill/>
        </p:spPr>
        <p:txBody>
          <a:bodyPr wrap="none" rIns="66462" rtlCol="0">
            <a:spAutoFit/>
          </a:bodyPr>
          <a:lstStyle/>
          <a:p>
            <a:pPr algn="r"/>
            <a:r>
              <a:rPr kumimoji="1" lang="en-US" altLang="ja-JP" sz="738" b="0" i="0" dirty="0">
                <a:solidFill>
                  <a:srgbClr val="000F78"/>
                </a:solidFill>
                <a:latin typeface="+mn-ea"/>
                <a:ea typeface="+mn-ea"/>
              </a:rPr>
              <a:t>Copyrigh</a:t>
            </a:r>
            <a:r>
              <a:rPr kumimoji="1" lang="en-US" altLang="ja-JP" sz="738" b="0" i="0" spc="-923" baseline="0" dirty="0">
                <a:solidFill>
                  <a:srgbClr val="000F78"/>
                </a:solidFill>
                <a:latin typeface="+mn-ea"/>
                <a:ea typeface="+mn-ea"/>
              </a:rPr>
              <a:t>t</a:t>
            </a:r>
            <a:r>
              <a:rPr kumimoji="0" lang="ja-JP" altLang="en-US" sz="738" dirty="0">
                <a:solidFill>
                  <a:srgbClr val="001279"/>
                </a:solidFill>
                <a:latin typeface="+mn-ea"/>
                <a:ea typeface="+mn-ea"/>
                <a:cs typeface="Arial" panose="020B0604020202020204" pitchFamily="34" charset="0"/>
              </a:rPr>
              <a:t>（</a:t>
            </a:r>
            <a:r>
              <a:rPr kumimoji="0" lang="en-US" altLang="ja-JP" sz="738" dirty="0">
                <a:solidFill>
                  <a:srgbClr val="001279"/>
                </a:solidFill>
                <a:latin typeface="+mn-ea"/>
                <a:ea typeface="+mn-ea"/>
                <a:cs typeface="Arial" panose="020B0604020202020204" pitchFamily="34" charset="0"/>
              </a:rPr>
              <a:t>C</a:t>
            </a:r>
            <a:r>
              <a:rPr kumimoji="0" lang="ja-JP" altLang="en-US" sz="738" dirty="0">
                <a:solidFill>
                  <a:srgbClr val="001279"/>
                </a:solidFill>
                <a:latin typeface="+mn-ea"/>
                <a:ea typeface="+mn-ea"/>
                <a:cs typeface="Arial" panose="020B0604020202020204" pitchFamily="34" charset="0"/>
              </a:rPr>
              <a:t>）</a:t>
            </a:r>
            <a:r>
              <a:rPr kumimoji="1" lang="en-US" altLang="ja-JP" sz="738" b="0" i="0" dirty="0">
                <a:solidFill>
                  <a:srgbClr val="000F78"/>
                </a:solidFill>
                <a:latin typeface="+mn-ea"/>
                <a:ea typeface="+mn-ea"/>
              </a:rPr>
              <a:t> Nomura Research Institute, Ltd. All rights reserved.</a:t>
            </a:r>
            <a:endParaRPr kumimoji="1" lang="ja-JP" altLang="en-US" sz="738" b="0" i="0" dirty="0">
              <a:solidFill>
                <a:srgbClr val="000F78"/>
              </a:solidFill>
              <a:latin typeface="+mn-ea"/>
              <a:ea typeface="+mn-ea"/>
            </a:endParaRPr>
          </a:p>
        </p:txBody>
      </p:sp>
      <p:grpSp>
        <p:nvGrpSpPr>
          <p:cNvPr id="12" name="グループ化 11">
            <a:extLst>
              <a:ext uri="{FF2B5EF4-FFF2-40B4-BE49-F238E27FC236}">
                <a16:creationId xmlns:a16="http://schemas.microsoft.com/office/drawing/2014/main" id="{72C7F0B2-5B3C-45FD-B59F-8B95408E08B4}"/>
              </a:ext>
            </a:extLst>
          </p:cNvPr>
          <p:cNvGrpSpPr>
            <a:grpSpLocks noChangeAspect="1"/>
          </p:cNvGrpSpPr>
          <p:nvPr userDrawn="1"/>
        </p:nvGrpSpPr>
        <p:grpSpPr>
          <a:xfrm>
            <a:off x="8426915" y="6620363"/>
            <a:ext cx="266159" cy="145025"/>
            <a:chOff x="200472" y="6597352"/>
            <a:chExt cx="355987" cy="179051"/>
          </a:xfrm>
        </p:grpSpPr>
        <p:sp>
          <p:nvSpPr>
            <p:cNvPr id="13" name="Freeform 290">
              <a:extLst>
                <a:ext uri="{FF2B5EF4-FFF2-40B4-BE49-F238E27FC236}">
                  <a16:creationId xmlns:a16="http://schemas.microsoft.com/office/drawing/2014/main" id="{02AE9B58-4C18-4B14-8235-AF1BEBE66D43}"/>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latin typeface="+mn-ea"/>
                <a:ea typeface="+mn-ea"/>
              </a:endParaRPr>
            </a:p>
          </p:txBody>
        </p:sp>
        <p:sp>
          <p:nvSpPr>
            <p:cNvPr id="14" name="Freeform 291">
              <a:extLst>
                <a:ext uri="{FF2B5EF4-FFF2-40B4-BE49-F238E27FC236}">
                  <a16:creationId xmlns:a16="http://schemas.microsoft.com/office/drawing/2014/main" id="{55EF5A94-9329-40A3-AA7A-E9D88BABF20F}"/>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latin typeface="+mn-ea"/>
                <a:ea typeface="+mn-ea"/>
              </a:endParaRPr>
            </a:p>
          </p:txBody>
        </p:sp>
      </p:grpSp>
    </p:spTree>
    <p:extLst>
      <p:ext uri="{BB962C8B-B14F-4D97-AF65-F5344CB8AC3E}">
        <p14:creationId xmlns:p14="http://schemas.microsoft.com/office/powerpoint/2010/main" val="298086369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Lst>
  <p:hf sldNum="0" hdr="0" ftr="0" dt="0"/>
  <p:txStyles>
    <p:titleStyle>
      <a:lvl1pPr algn="l" defTabSz="844083" rtl="0" eaLnBrk="1" fontAlgn="ctr" latinLnBrk="0" hangingPunct="1">
        <a:lnSpc>
          <a:spcPct val="100000"/>
        </a:lnSpc>
        <a:spcBef>
          <a:spcPct val="0"/>
        </a:spcBef>
        <a:buNone/>
        <a:defRPr kumimoji="1" sz="1846" b="1" i="0" kern="1200" baseline="0">
          <a:solidFill>
            <a:srgbClr val="000F78"/>
          </a:solidFill>
          <a:latin typeface="+mn-ea"/>
          <a:ea typeface="+mn-ea"/>
          <a:cs typeface="+mj-cs"/>
        </a:defRPr>
      </a:lvl1pPr>
    </p:titleStyle>
    <p:bodyStyle>
      <a:lvl1pPr marL="172804" indent="-172804" algn="l" defTabSz="844083" rtl="0" eaLnBrk="1" fontAlgn="ctr" latinLnBrk="0" hangingPunct="1">
        <a:lnSpc>
          <a:spcPct val="100000"/>
        </a:lnSpc>
        <a:spcBef>
          <a:spcPts val="532"/>
        </a:spcBef>
        <a:buClr>
          <a:srgbClr val="000F78"/>
        </a:buClr>
        <a:buFont typeface="Wingdings" panose="05000000000000000000" pitchFamily="2" charset="2"/>
        <a:buChar char="n"/>
        <a:defRPr kumimoji="1" sz="1477" kern="1200" baseline="0">
          <a:solidFill>
            <a:schemeClr val="tx1"/>
          </a:solidFill>
          <a:latin typeface="+mn-ea"/>
          <a:ea typeface="+mn-ea"/>
          <a:cs typeface="+mn-cs"/>
        </a:defRPr>
      </a:lvl1pPr>
      <a:lvl2pPr marL="562722" indent="-212487" algn="l" defTabSz="844083" rtl="0" eaLnBrk="1" fontAlgn="ctr" latinLnBrk="0" hangingPunct="1">
        <a:lnSpc>
          <a:spcPct val="100000"/>
        </a:lnSpc>
        <a:spcBef>
          <a:spcPts val="465"/>
        </a:spcBef>
        <a:buClr>
          <a:srgbClr val="000F78"/>
        </a:buClr>
        <a:buFont typeface="Wingdings" panose="05000000000000000000" pitchFamily="2" charset="2"/>
        <a:buChar char="l"/>
        <a:tabLst/>
        <a:defRPr kumimoji="1" sz="1292" kern="1200">
          <a:solidFill>
            <a:schemeClr val="tx1"/>
          </a:solidFill>
          <a:latin typeface="+mn-ea"/>
          <a:ea typeface="+mn-ea"/>
          <a:cs typeface="+mn-cs"/>
        </a:defRPr>
      </a:lvl2pPr>
      <a:lvl3pPr marL="908561" indent="-181712" algn="l" defTabSz="844083" rtl="0" eaLnBrk="1" fontAlgn="ctr" latinLnBrk="0" hangingPunct="1">
        <a:lnSpc>
          <a:spcPct val="100000"/>
        </a:lnSpc>
        <a:spcBef>
          <a:spcPts val="22"/>
        </a:spcBef>
        <a:buClr>
          <a:srgbClr val="000F78"/>
        </a:buClr>
        <a:buFont typeface="Arial" panose="020B0604020202020204" pitchFamily="34" charset="0"/>
        <a:buChar char="•"/>
        <a:tabLst/>
        <a:defRPr kumimoji="1" sz="1292" kern="1200">
          <a:solidFill>
            <a:schemeClr val="tx1"/>
          </a:solidFill>
          <a:latin typeface="+mn-ea"/>
          <a:ea typeface="+mn-ea"/>
          <a:cs typeface="+mn-cs"/>
        </a:defRPr>
      </a:lvl3pPr>
      <a:lvl4pPr marL="1251470" indent="-175851" algn="l" defTabSz="844083" rtl="0" eaLnBrk="1" fontAlgn="ctr" latinLnBrk="0" hangingPunct="1">
        <a:lnSpc>
          <a:spcPct val="100000"/>
        </a:lnSpc>
        <a:spcBef>
          <a:spcPts val="199"/>
        </a:spcBef>
        <a:buClr>
          <a:srgbClr val="000F78"/>
        </a:buClr>
        <a:buFont typeface="Yu Gothic UI" panose="020B0500000000000000" pitchFamily="50" charset="-128"/>
        <a:buChar char="•"/>
        <a:tabLst/>
        <a:defRPr kumimoji="1" sz="1108" kern="1200">
          <a:solidFill>
            <a:schemeClr val="tx1"/>
          </a:solidFill>
          <a:latin typeface="+mn-ea"/>
          <a:ea typeface="+mn-ea"/>
          <a:cs typeface="+mn-cs"/>
        </a:defRPr>
      </a:lvl4pPr>
      <a:lvl5pPr marL="1546020" indent="-169989" algn="l" defTabSz="844083" rtl="0" eaLnBrk="1" fontAlgn="ctr" latinLnBrk="0" hangingPunct="1">
        <a:lnSpc>
          <a:spcPct val="100000"/>
        </a:lnSpc>
        <a:spcBef>
          <a:spcPts val="133"/>
        </a:spcBef>
        <a:buClr>
          <a:srgbClr val="000F78"/>
        </a:buClr>
        <a:buFont typeface="Arial" panose="020B0604020202020204" pitchFamily="34" charset="0"/>
        <a:buChar char="•"/>
        <a:tabLst/>
        <a:defRPr kumimoji="1" sz="1108" kern="1200">
          <a:solidFill>
            <a:schemeClr val="tx1"/>
          </a:solidFill>
          <a:latin typeface="+mn-ea"/>
          <a:ea typeface="+mn-ea"/>
          <a:cs typeface="+mn-cs"/>
        </a:defRPr>
      </a:lvl5pPr>
      <a:lvl6pPr marL="1837638" indent="-175851" algn="l" defTabSz="844083" rtl="0" eaLnBrk="1" fontAlgn="ctr" latinLnBrk="0" hangingPunct="1">
        <a:lnSpc>
          <a:spcPct val="90000"/>
        </a:lnSpc>
        <a:spcBef>
          <a:spcPts val="462"/>
        </a:spcBef>
        <a:buClr>
          <a:srgbClr val="000F78"/>
        </a:buClr>
        <a:buFont typeface="Arial" panose="020B0604020202020204" pitchFamily="34" charset="0"/>
        <a:buChar char="•"/>
        <a:defRPr kumimoji="1" sz="1108" kern="1200">
          <a:solidFill>
            <a:schemeClr val="tx1"/>
          </a:solidFill>
          <a:latin typeface="+mn-ea"/>
          <a:ea typeface="+mn-ea"/>
          <a:cs typeface="+mn-cs"/>
        </a:defRPr>
      </a:lvl6pPr>
      <a:lvl7pPr marL="2743269"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7pPr>
      <a:lvl8pPr marL="3165310"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8pPr>
      <a:lvl9pPr marL="3587351"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9pPr>
    </p:bodyStyle>
    <p:otherStyle>
      <a:defPPr>
        <a:defRPr lang="en-US"/>
      </a:defPPr>
      <a:lvl1pPr marL="0" algn="l" defTabSz="844083" rtl="0" eaLnBrk="1" latinLnBrk="0" hangingPunct="1">
        <a:defRPr kumimoji="1" sz="1662" kern="1200">
          <a:solidFill>
            <a:schemeClr val="tx1"/>
          </a:solidFill>
          <a:latin typeface="+mn-lt"/>
          <a:ea typeface="+mn-ea"/>
          <a:cs typeface="+mn-cs"/>
        </a:defRPr>
      </a:lvl1pPr>
      <a:lvl2pPr marL="422041" algn="l" defTabSz="844083" rtl="0" eaLnBrk="1" latinLnBrk="0" hangingPunct="1">
        <a:defRPr kumimoji="1" sz="1662" kern="1200">
          <a:solidFill>
            <a:schemeClr val="tx1"/>
          </a:solidFill>
          <a:latin typeface="+mn-lt"/>
          <a:ea typeface="+mn-ea"/>
          <a:cs typeface="+mn-cs"/>
        </a:defRPr>
      </a:lvl2pPr>
      <a:lvl3pPr marL="844083" algn="l" defTabSz="844083" rtl="0" eaLnBrk="1" latinLnBrk="0" hangingPunct="1">
        <a:defRPr kumimoji="1" sz="1662" kern="1200">
          <a:solidFill>
            <a:schemeClr val="tx1"/>
          </a:solidFill>
          <a:latin typeface="+mn-lt"/>
          <a:ea typeface="+mn-ea"/>
          <a:cs typeface="+mn-cs"/>
        </a:defRPr>
      </a:lvl3pPr>
      <a:lvl4pPr marL="1266124" algn="l" defTabSz="844083" rtl="0" eaLnBrk="1" latinLnBrk="0" hangingPunct="1">
        <a:defRPr kumimoji="1" sz="1662" kern="1200">
          <a:solidFill>
            <a:schemeClr val="tx1"/>
          </a:solidFill>
          <a:latin typeface="+mn-lt"/>
          <a:ea typeface="+mn-ea"/>
          <a:cs typeface="+mn-cs"/>
        </a:defRPr>
      </a:lvl4pPr>
      <a:lvl5pPr marL="1688165" algn="l" defTabSz="844083" rtl="0" eaLnBrk="1" latinLnBrk="0" hangingPunct="1">
        <a:defRPr kumimoji="1" sz="1662" kern="1200">
          <a:solidFill>
            <a:schemeClr val="tx1"/>
          </a:solidFill>
          <a:latin typeface="+mn-lt"/>
          <a:ea typeface="+mn-ea"/>
          <a:cs typeface="+mn-cs"/>
        </a:defRPr>
      </a:lvl5pPr>
      <a:lvl6pPr marL="2110207" algn="l" defTabSz="844083" rtl="0" eaLnBrk="1" latinLnBrk="0" hangingPunct="1">
        <a:defRPr kumimoji="1" sz="1662" kern="1200">
          <a:solidFill>
            <a:schemeClr val="tx1"/>
          </a:solidFill>
          <a:latin typeface="+mn-lt"/>
          <a:ea typeface="+mn-ea"/>
          <a:cs typeface="+mn-cs"/>
        </a:defRPr>
      </a:lvl6pPr>
      <a:lvl7pPr marL="2532248" algn="l" defTabSz="844083" rtl="0" eaLnBrk="1" latinLnBrk="0" hangingPunct="1">
        <a:defRPr kumimoji="1" sz="1662" kern="1200">
          <a:solidFill>
            <a:schemeClr val="tx1"/>
          </a:solidFill>
          <a:latin typeface="+mn-lt"/>
          <a:ea typeface="+mn-ea"/>
          <a:cs typeface="+mn-cs"/>
        </a:defRPr>
      </a:lvl7pPr>
      <a:lvl8pPr marL="2954289" algn="l" defTabSz="844083" rtl="0" eaLnBrk="1" latinLnBrk="0" hangingPunct="1">
        <a:defRPr kumimoji="1" sz="1662" kern="1200">
          <a:solidFill>
            <a:schemeClr val="tx1"/>
          </a:solidFill>
          <a:latin typeface="+mn-lt"/>
          <a:ea typeface="+mn-ea"/>
          <a:cs typeface="+mn-cs"/>
        </a:defRPr>
      </a:lvl8pPr>
      <a:lvl9pPr marL="3376331" algn="l" defTabSz="844083" rtl="0" eaLnBrk="1" latinLnBrk="0" hangingPunct="1">
        <a:defRPr kumimoji="1" sz="16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2" pos="3120">
          <p15:clr>
            <a:srgbClr val="5ACBF0"/>
          </p15:clr>
        </p15:guide>
        <p15:guide id="3" pos="6114">
          <p15:clr>
            <a:srgbClr val="5ACBF0"/>
          </p15:clr>
        </p15:guide>
        <p15:guide id="4" pos="126">
          <p15:clr>
            <a:srgbClr val="5ACBF0"/>
          </p15:clr>
        </p15:guide>
        <p15:guide id="5" orient="horz" pos="4065">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オブジェクト 4" hidden="1"/>
          <p:cNvGraphicFramePr>
            <a:graphicFrameLocks noChangeAspect="1"/>
          </p:cNvGraphicFramePr>
          <p:nvPr userDrawn="1">
            <p:custDataLst>
              <p:tags r:id="rId22"/>
            </p:custDataLst>
            <p:extLst>
              <p:ext uri="{D42A27DB-BD31-4B8C-83A1-F6EECF244321}">
                <p14:modId xmlns:p14="http://schemas.microsoft.com/office/powerpoint/2010/main" val="128550746"/>
              </p:ext>
            </p:extLst>
          </p:nvPr>
        </p:nvGraphicFramePr>
        <p:xfrm>
          <a:off x="1466" y="1588"/>
          <a:ext cx="1466" cy="1588"/>
        </p:xfrm>
        <a:graphic>
          <a:graphicData uri="http://schemas.openxmlformats.org/presentationml/2006/ole">
            <mc:AlternateContent xmlns:mc="http://schemas.openxmlformats.org/markup-compatibility/2006">
              <mc:Choice xmlns:v="urn:schemas-microsoft-com:vml" Requires="v">
                <p:oleObj name="think-cell スライド" r:id="rId23" imgW="347" imgH="348" progId="TCLayout.ActiveDocument.1">
                  <p:embed/>
                </p:oleObj>
              </mc:Choice>
              <mc:Fallback>
                <p:oleObj name="think-cell スライド" r:id="rId23" imgW="347" imgH="348" progId="TCLayout.ActiveDocument.1">
                  <p:embed/>
                  <p:pic>
                    <p:nvPicPr>
                      <p:cNvPr id="5" name="オブジェクト 4" hidden="1"/>
                      <p:cNvPicPr/>
                      <p:nvPr/>
                    </p:nvPicPr>
                    <p:blipFill>
                      <a:blip r:embed="rId24"/>
                      <a:stretch>
                        <a:fillRect/>
                      </a:stretch>
                    </p:blipFill>
                    <p:spPr>
                      <a:xfrm>
                        <a:off x="1466" y="1588"/>
                        <a:ext cx="1466" cy="1588"/>
                      </a:xfrm>
                      <a:prstGeom prst="rect">
                        <a:avLst/>
                      </a:prstGeom>
                    </p:spPr>
                  </p:pic>
                </p:oleObj>
              </mc:Fallback>
            </mc:AlternateContent>
          </a:graphicData>
        </a:graphic>
      </p:graphicFrame>
      <p:sp>
        <p:nvSpPr>
          <p:cNvPr id="2" name="Title Placeholder 1"/>
          <p:cNvSpPr>
            <a:spLocks noGrp="1"/>
          </p:cNvSpPr>
          <p:nvPr>
            <p:ph type="title"/>
          </p:nvPr>
        </p:nvSpPr>
        <p:spPr>
          <a:xfrm>
            <a:off x="185539" y="259200"/>
            <a:ext cx="8772923" cy="356755"/>
          </a:xfrm>
          <a:prstGeom prst="rect">
            <a:avLst/>
          </a:prstGeom>
          <a:blipFill dpi="0" rotWithShape="1">
            <a:blip r:embed="rId25"/>
            <a:srcRect/>
            <a:stretch>
              <a:fillRect/>
            </a:stretch>
          </a:blipFill>
        </p:spPr>
        <p:txBody>
          <a:bodyPr vert="horz" lIns="144000" tIns="36000" rIns="0" bIns="36000" rtlCol="0" anchor="t" anchorCtr="0">
            <a:sp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185539" y="864000"/>
            <a:ext cx="8772923" cy="5589335"/>
          </a:xfrm>
          <a:prstGeom prst="rect">
            <a:avLst/>
          </a:prstGeom>
        </p:spPr>
        <p:txBody>
          <a:bodyPr vert="horz" lIns="90000" tIns="46800" rIns="90000" bIns="4680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endParaRPr kumimoji="1" lang="en-US" altLang="ja-JP" dirty="0"/>
          </a:p>
          <a:p>
            <a:pPr lvl="5"/>
            <a:r>
              <a:rPr kumimoji="1" lang="ja-JP" altLang="en-US" dirty="0"/>
              <a:t>第</a:t>
            </a:r>
            <a:r>
              <a:rPr kumimoji="1" lang="en-US" altLang="ja-JP" dirty="0"/>
              <a:t>6</a:t>
            </a:r>
            <a:r>
              <a:rPr kumimoji="1" lang="ja-JP" altLang="en-US" dirty="0"/>
              <a:t>レベル</a:t>
            </a:r>
          </a:p>
        </p:txBody>
      </p:sp>
      <p:sp>
        <p:nvSpPr>
          <p:cNvPr id="10" name="正方形/長方形 9">
            <a:extLst>
              <a:ext uri="{FF2B5EF4-FFF2-40B4-BE49-F238E27FC236}">
                <a16:creationId xmlns:a16="http://schemas.microsoft.com/office/drawing/2014/main" id="{9391117A-CD3E-4600-B746-847FEC23B848}"/>
              </a:ext>
            </a:extLst>
          </p:cNvPr>
          <p:cNvSpPr/>
          <p:nvPr userDrawn="1"/>
        </p:nvSpPr>
        <p:spPr>
          <a:xfrm>
            <a:off x="8693073" y="6623893"/>
            <a:ext cx="450927" cy="171856"/>
          </a:xfrm>
          <a:prstGeom prst="rect">
            <a:avLst/>
          </a:prstGeom>
          <a:noFill/>
          <a:ln>
            <a:noFill/>
          </a:ln>
        </p:spPr>
        <p:style>
          <a:lnRef idx="1">
            <a:schemeClr val="accent1"/>
          </a:lnRef>
          <a:fillRef idx="0">
            <a:schemeClr val="accent1"/>
          </a:fillRef>
          <a:effectRef idx="0">
            <a:schemeClr val="accent1"/>
          </a:effectRef>
          <a:fontRef idx="minor">
            <a:schemeClr val="tx1"/>
          </a:fontRef>
        </p:style>
        <p:txBody>
          <a:bodyPr lIns="0" tIns="0" rIns="149538" bIns="0" rtlCol="0" anchor="ctr" anchorCtr="0"/>
          <a:lstStyle/>
          <a:p>
            <a:pPr algn="r"/>
            <a:fld id="{F461DCFA-917F-7743-ADC0-510F16953B30}" type="slidenum">
              <a:rPr kumimoji="1" lang="ja-JP" altLang="en-US" sz="1108" b="0" i="0" smtClean="0">
                <a:solidFill>
                  <a:srgbClr val="000F78"/>
                </a:solidFill>
                <a:latin typeface="+mn-ea"/>
                <a:ea typeface="+mn-ea"/>
              </a:rPr>
              <a:pPr algn="r"/>
              <a:t>‹#›</a:t>
            </a:fld>
            <a:endParaRPr kumimoji="1" lang="ja-JP" altLang="en-US" sz="1108" b="0" i="0" dirty="0">
              <a:solidFill>
                <a:srgbClr val="000F78"/>
              </a:solidFill>
              <a:latin typeface="+mn-ea"/>
              <a:ea typeface="+mn-ea"/>
            </a:endParaRPr>
          </a:p>
        </p:txBody>
      </p:sp>
      <p:sp>
        <p:nvSpPr>
          <p:cNvPr id="11" name="テキスト ボックス 10">
            <a:extLst>
              <a:ext uri="{FF2B5EF4-FFF2-40B4-BE49-F238E27FC236}">
                <a16:creationId xmlns:a16="http://schemas.microsoft.com/office/drawing/2014/main" id="{2878B6BD-A78E-4925-94CB-0CF8088229B7}"/>
              </a:ext>
            </a:extLst>
          </p:cNvPr>
          <p:cNvSpPr txBox="1"/>
          <p:nvPr userDrawn="1"/>
        </p:nvSpPr>
        <p:spPr>
          <a:xfrm>
            <a:off x="5458950" y="6620362"/>
            <a:ext cx="2923022" cy="205890"/>
          </a:xfrm>
          <a:prstGeom prst="rect">
            <a:avLst/>
          </a:prstGeom>
          <a:noFill/>
        </p:spPr>
        <p:txBody>
          <a:bodyPr wrap="none" rIns="66462" rtlCol="0">
            <a:spAutoFit/>
          </a:bodyPr>
          <a:lstStyle/>
          <a:p>
            <a:pPr algn="r"/>
            <a:r>
              <a:rPr kumimoji="1" lang="en-US" altLang="ja-JP" sz="738" b="0" i="0" dirty="0">
                <a:solidFill>
                  <a:srgbClr val="000F78"/>
                </a:solidFill>
                <a:latin typeface="+mn-ea"/>
                <a:ea typeface="+mn-ea"/>
              </a:rPr>
              <a:t>Copyrigh</a:t>
            </a:r>
            <a:r>
              <a:rPr kumimoji="1" lang="en-US" altLang="ja-JP" sz="738" b="0" i="0" spc="-923" baseline="0" dirty="0">
                <a:solidFill>
                  <a:srgbClr val="000F78"/>
                </a:solidFill>
                <a:latin typeface="+mn-ea"/>
                <a:ea typeface="+mn-ea"/>
              </a:rPr>
              <a:t>t</a:t>
            </a:r>
            <a:r>
              <a:rPr kumimoji="0" lang="ja-JP" altLang="en-US" sz="738" dirty="0">
                <a:solidFill>
                  <a:srgbClr val="001279"/>
                </a:solidFill>
                <a:latin typeface="+mn-ea"/>
                <a:ea typeface="+mn-ea"/>
                <a:cs typeface="Arial" panose="020B0604020202020204" pitchFamily="34" charset="0"/>
              </a:rPr>
              <a:t>（</a:t>
            </a:r>
            <a:r>
              <a:rPr kumimoji="0" lang="en-US" altLang="ja-JP" sz="738" dirty="0">
                <a:solidFill>
                  <a:srgbClr val="001279"/>
                </a:solidFill>
                <a:latin typeface="+mn-ea"/>
                <a:ea typeface="+mn-ea"/>
                <a:cs typeface="Arial" panose="020B0604020202020204" pitchFamily="34" charset="0"/>
              </a:rPr>
              <a:t>C</a:t>
            </a:r>
            <a:r>
              <a:rPr kumimoji="0" lang="ja-JP" altLang="en-US" sz="738" dirty="0">
                <a:solidFill>
                  <a:srgbClr val="001279"/>
                </a:solidFill>
                <a:latin typeface="+mn-ea"/>
                <a:ea typeface="+mn-ea"/>
                <a:cs typeface="Arial" panose="020B0604020202020204" pitchFamily="34" charset="0"/>
              </a:rPr>
              <a:t>）</a:t>
            </a:r>
            <a:r>
              <a:rPr kumimoji="1" lang="en-US" altLang="ja-JP" sz="738" b="0" i="0" dirty="0">
                <a:solidFill>
                  <a:srgbClr val="000F78"/>
                </a:solidFill>
                <a:latin typeface="+mn-ea"/>
                <a:ea typeface="+mn-ea"/>
              </a:rPr>
              <a:t> Nomura Research Institute, Ltd. All rights reserved.</a:t>
            </a:r>
            <a:endParaRPr kumimoji="1" lang="ja-JP" altLang="en-US" sz="738" b="0" i="0" dirty="0">
              <a:solidFill>
                <a:srgbClr val="000F78"/>
              </a:solidFill>
              <a:latin typeface="+mn-ea"/>
              <a:ea typeface="+mn-ea"/>
            </a:endParaRPr>
          </a:p>
        </p:txBody>
      </p:sp>
      <p:grpSp>
        <p:nvGrpSpPr>
          <p:cNvPr id="12" name="グループ化 11">
            <a:extLst>
              <a:ext uri="{FF2B5EF4-FFF2-40B4-BE49-F238E27FC236}">
                <a16:creationId xmlns:a16="http://schemas.microsoft.com/office/drawing/2014/main" id="{72C7F0B2-5B3C-45FD-B59F-8B95408E08B4}"/>
              </a:ext>
            </a:extLst>
          </p:cNvPr>
          <p:cNvGrpSpPr>
            <a:grpSpLocks noChangeAspect="1"/>
          </p:cNvGrpSpPr>
          <p:nvPr userDrawn="1"/>
        </p:nvGrpSpPr>
        <p:grpSpPr>
          <a:xfrm>
            <a:off x="8426915" y="6620363"/>
            <a:ext cx="266159" cy="145025"/>
            <a:chOff x="200472" y="6597352"/>
            <a:chExt cx="355987" cy="179051"/>
          </a:xfrm>
        </p:grpSpPr>
        <p:sp>
          <p:nvSpPr>
            <p:cNvPr id="13" name="Freeform 290">
              <a:extLst>
                <a:ext uri="{FF2B5EF4-FFF2-40B4-BE49-F238E27FC236}">
                  <a16:creationId xmlns:a16="http://schemas.microsoft.com/office/drawing/2014/main" id="{02AE9B58-4C18-4B14-8235-AF1BEBE66D43}"/>
                </a:ext>
              </a:extLst>
            </p:cNvPr>
            <p:cNvSpPr>
              <a:spLocks noChangeAspect="1"/>
            </p:cNvSpPr>
            <p:nvPr/>
          </p:nvSpPr>
          <p:spPr bwMode="auto">
            <a:xfrm>
              <a:off x="508801" y="6598074"/>
              <a:ext cx="47658" cy="177607"/>
            </a:xfrm>
            <a:custGeom>
              <a:avLst/>
              <a:gdLst/>
              <a:ahLst/>
              <a:cxnLst>
                <a:cxn ang="0">
                  <a:pos x="132" y="0"/>
                </a:cxn>
                <a:cxn ang="0">
                  <a:pos x="0" y="0"/>
                </a:cxn>
                <a:cxn ang="0">
                  <a:pos x="0" y="0"/>
                </a:cxn>
                <a:cxn ang="0">
                  <a:pos x="5" y="121"/>
                </a:cxn>
                <a:cxn ang="0">
                  <a:pos x="7" y="183"/>
                </a:cxn>
                <a:cxn ang="0">
                  <a:pos x="8" y="246"/>
                </a:cxn>
                <a:cxn ang="0">
                  <a:pos x="8" y="246"/>
                </a:cxn>
                <a:cxn ang="0">
                  <a:pos x="7" y="310"/>
                </a:cxn>
                <a:cxn ang="0">
                  <a:pos x="5" y="372"/>
                </a:cxn>
                <a:cxn ang="0">
                  <a:pos x="0" y="492"/>
                </a:cxn>
                <a:cxn ang="0">
                  <a:pos x="132" y="492"/>
                </a:cxn>
                <a:cxn ang="0">
                  <a:pos x="132" y="492"/>
                </a:cxn>
                <a:cxn ang="0">
                  <a:pos x="127" y="372"/>
                </a:cxn>
                <a:cxn ang="0">
                  <a:pos x="124" y="310"/>
                </a:cxn>
                <a:cxn ang="0">
                  <a:pos x="124" y="246"/>
                </a:cxn>
                <a:cxn ang="0">
                  <a:pos x="124" y="246"/>
                </a:cxn>
                <a:cxn ang="0">
                  <a:pos x="124" y="183"/>
                </a:cxn>
                <a:cxn ang="0">
                  <a:pos x="127" y="121"/>
                </a:cxn>
                <a:cxn ang="0">
                  <a:pos x="132" y="0"/>
                </a:cxn>
                <a:cxn ang="0">
                  <a:pos x="132" y="0"/>
                </a:cxn>
              </a:cxnLst>
              <a:rect l="0" t="0" r="r" b="b"/>
              <a:pathLst>
                <a:path w="132" h="492">
                  <a:moveTo>
                    <a:pt x="132" y="0"/>
                  </a:moveTo>
                  <a:lnTo>
                    <a:pt x="0" y="0"/>
                  </a:lnTo>
                  <a:lnTo>
                    <a:pt x="0" y="0"/>
                  </a:lnTo>
                  <a:lnTo>
                    <a:pt x="5" y="121"/>
                  </a:lnTo>
                  <a:lnTo>
                    <a:pt x="7" y="183"/>
                  </a:lnTo>
                  <a:lnTo>
                    <a:pt x="8" y="246"/>
                  </a:lnTo>
                  <a:lnTo>
                    <a:pt x="8" y="246"/>
                  </a:lnTo>
                  <a:lnTo>
                    <a:pt x="7" y="310"/>
                  </a:lnTo>
                  <a:lnTo>
                    <a:pt x="5" y="372"/>
                  </a:lnTo>
                  <a:lnTo>
                    <a:pt x="0" y="492"/>
                  </a:lnTo>
                  <a:lnTo>
                    <a:pt x="132" y="492"/>
                  </a:lnTo>
                  <a:lnTo>
                    <a:pt x="132" y="492"/>
                  </a:lnTo>
                  <a:lnTo>
                    <a:pt x="127" y="372"/>
                  </a:lnTo>
                  <a:lnTo>
                    <a:pt x="124" y="310"/>
                  </a:lnTo>
                  <a:lnTo>
                    <a:pt x="124" y="246"/>
                  </a:lnTo>
                  <a:lnTo>
                    <a:pt x="124" y="246"/>
                  </a:lnTo>
                  <a:lnTo>
                    <a:pt x="124" y="183"/>
                  </a:lnTo>
                  <a:lnTo>
                    <a:pt x="127" y="121"/>
                  </a:lnTo>
                  <a:lnTo>
                    <a:pt x="132" y="0"/>
                  </a:lnTo>
                  <a:lnTo>
                    <a:pt x="132" y="0"/>
                  </a:lnTo>
                  <a:close/>
                </a:path>
              </a:pathLst>
            </a:custGeom>
            <a:solidFill>
              <a:srgbClr val="005BAC"/>
            </a:solidFill>
            <a:ln w="9525">
              <a:noFill/>
              <a:round/>
              <a:headEnd/>
              <a:tailEnd/>
            </a:ln>
          </p:spPr>
          <p:txBody>
            <a:bodyPr/>
            <a:lstStyle/>
            <a:p>
              <a:pPr>
                <a:defRPr/>
              </a:pPr>
              <a:endParaRPr lang="ja-JP" altLang="en-US" sz="1662" dirty="0">
                <a:latin typeface="+mn-ea"/>
                <a:ea typeface="+mn-ea"/>
              </a:endParaRPr>
            </a:p>
          </p:txBody>
        </p:sp>
        <p:sp>
          <p:nvSpPr>
            <p:cNvPr id="14" name="Freeform 291">
              <a:extLst>
                <a:ext uri="{FF2B5EF4-FFF2-40B4-BE49-F238E27FC236}">
                  <a16:creationId xmlns:a16="http://schemas.microsoft.com/office/drawing/2014/main" id="{55EF5A94-9329-40A3-AA7A-E9D88BABF20F}"/>
                </a:ext>
              </a:extLst>
            </p:cNvPr>
            <p:cNvSpPr>
              <a:spLocks noChangeAspect="1"/>
            </p:cNvSpPr>
            <p:nvPr/>
          </p:nvSpPr>
          <p:spPr bwMode="auto">
            <a:xfrm>
              <a:off x="200472" y="6597352"/>
              <a:ext cx="303997" cy="179051"/>
            </a:xfrm>
            <a:custGeom>
              <a:avLst/>
              <a:gdLst/>
              <a:ahLst/>
              <a:cxnLst>
                <a:cxn ang="0">
                  <a:pos x="670" y="265"/>
                </a:cxn>
                <a:cxn ang="0">
                  <a:pos x="719" y="240"/>
                </a:cxn>
                <a:cxn ang="0">
                  <a:pos x="757" y="208"/>
                </a:cxn>
                <a:cxn ang="0">
                  <a:pos x="780" y="168"/>
                </a:cxn>
                <a:cxn ang="0">
                  <a:pos x="786" y="148"/>
                </a:cxn>
                <a:cxn ang="0">
                  <a:pos x="788" y="127"/>
                </a:cxn>
                <a:cxn ang="0">
                  <a:pos x="788" y="115"/>
                </a:cxn>
                <a:cxn ang="0">
                  <a:pos x="784" y="92"/>
                </a:cxn>
                <a:cxn ang="0">
                  <a:pos x="776" y="72"/>
                </a:cxn>
                <a:cxn ang="0">
                  <a:pos x="765" y="54"/>
                </a:cxn>
                <a:cxn ang="0">
                  <a:pos x="757" y="46"/>
                </a:cxn>
                <a:cxn ang="0">
                  <a:pos x="724" y="22"/>
                </a:cxn>
                <a:cxn ang="0">
                  <a:pos x="683" y="8"/>
                </a:cxn>
                <a:cxn ang="0">
                  <a:pos x="637" y="2"/>
                </a:cxn>
                <a:cxn ang="0">
                  <a:pos x="586" y="0"/>
                </a:cxn>
                <a:cxn ang="0">
                  <a:pos x="529" y="2"/>
                </a:cxn>
                <a:cxn ang="0">
                  <a:pos x="413" y="5"/>
                </a:cxn>
                <a:cxn ang="0">
                  <a:pos x="364" y="5"/>
                </a:cxn>
                <a:cxn ang="0">
                  <a:pos x="372" y="167"/>
                </a:cxn>
                <a:cxn ang="0">
                  <a:pos x="373" y="313"/>
                </a:cxn>
                <a:cxn ang="0">
                  <a:pos x="311" y="242"/>
                </a:cxn>
                <a:cxn ang="0">
                  <a:pos x="187" y="86"/>
                </a:cxn>
                <a:cxn ang="0">
                  <a:pos x="0" y="5"/>
                </a:cxn>
                <a:cxn ang="0">
                  <a:pos x="7" y="126"/>
                </a:cxn>
                <a:cxn ang="0">
                  <a:pos x="10" y="251"/>
                </a:cxn>
                <a:cxn ang="0">
                  <a:pos x="8" y="315"/>
                </a:cxn>
                <a:cxn ang="0">
                  <a:pos x="0" y="497"/>
                </a:cxn>
                <a:cxn ang="0">
                  <a:pos x="107" y="497"/>
                </a:cxn>
                <a:cxn ang="0">
                  <a:pos x="97" y="319"/>
                </a:cxn>
                <a:cxn ang="0">
                  <a:pos x="95" y="165"/>
                </a:cxn>
                <a:cxn ang="0">
                  <a:pos x="162" y="242"/>
                </a:cxn>
                <a:cxn ang="0">
                  <a:pos x="299" y="410"/>
                </a:cxn>
                <a:cxn ang="0">
                  <a:pos x="362" y="497"/>
                </a:cxn>
                <a:cxn ang="0">
                  <a:pos x="473" y="497"/>
                </a:cxn>
                <a:cxn ang="0">
                  <a:pos x="467" y="315"/>
                </a:cxn>
                <a:cxn ang="0">
                  <a:pos x="465" y="251"/>
                </a:cxn>
                <a:cxn ang="0">
                  <a:pos x="468" y="68"/>
                </a:cxn>
                <a:cxn ang="0">
                  <a:pos x="502" y="67"/>
                </a:cxn>
                <a:cxn ang="0">
                  <a:pos x="543" y="67"/>
                </a:cxn>
                <a:cxn ang="0">
                  <a:pos x="591" y="72"/>
                </a:cxn>
                <a:cxn ang="0">
                  <a:pos x="618" y="84"/>
                </a:cxn>
                <a:cxn ang="0">
                  <a:pos x="630" y="94"/>
                </a:cxn>
                <a:cxn ang="0">
                  <a:pos x="643" y="113"/>
                </a:cxn>
                <a:cxn ang="0">
                  <a:pos x="649" y="145"/>
                </a:cxn>
                <a:cxn ang="0">
                  <a:pos x="648" y="154"/>
                </a:cxn>
                <a:cxn ang="0">
                  <a:pos x="643" y="175"/>
                </a:cxn>
                <a:cxn ang="0">
                  <a:pos x="634" y="192"/>
                </a:cxn>
                <a:cxn ang="0">
                  <a:pos x="618" y="208"/>
                </a:cxn>
                <a:cxn ang="0">
                  <a:pos x="589" y="227"/>
                </a:cxn>
                <a:cxn ang="0">
                  <a:pos x="542" y="245"/>
                </a:cxn>
                <a:cxn ang="0">
                  <a:pos x="515" y="253"/>
                </a:cxn>
                <a:cxn ang="0">
                  <a:pos x="603" y="370"/>
                </a:cxn>
                <a:cxn ang="0">
                  <a:pos x="689" y="497"/>
                </a:cxn>
                <a:cxn ang="0">
                  <a:pos x="843" y="497"/>
                </a:cxn>
                <a:cxn ang="0">
                  <a:pos x="707" y="318"/>
                </a:cxn>
                <a:cxn ang="0">
                  <a:pos x="670" y="265"/>
                </a:cxn>
              </a:cxnLst>
              <a:rect l="0" t="0" r="r" b="b"/>
              <a:pathLst>
                <a:path w="843" h="497">
                  <a:moveTo>
                    <a:pt x="670" y="265"/>
                  </a:moveTo>
                  <a:lnTo>
                    <a:pt x="670" y="265"/>
                  </a:lnTo>
                  <a:lnTo>
                    <a:pt x="697" y="254"/>
                  </a:lnTo>
                  <a:lnTo>
                    <a:pt x="719" y="240"/>
                  </a:lnTo>
                  <a:lnTo>
                    <a:pt x="740" y="226"/>
                  </a:lnTo>
                  <a:lnTo>
                    <a:pt x="757" y="208"/>
                  </a:lnTo>
                  <a:lnTo>
                    <a:pt x="770" y="189"/>
                  </a:lnTo>
                  <a:lnTo>
                    <a:pt x="780" y="168"/>
                  </a:lnTo>
                  <a:lnTo>
                    <a:pt x="784" y="159"/>
                  </a:lnTo>
                  <a:lnTo>
                    <a:pt x="786" y="148"/>
                  </a:lnTo>
                  <a:lnTo>
                    <a:pt x="788" y="138"/>
                  </a:lnTo>
                  <a:lnTo>
                    <a:pt x="788" y="127"/>
                  </a:lnTo>
                  <a:lnTo>
                    <a:pt x="788" y="127"/>
                  </a:lnTo>
                  <a:lnTo>
                    <a:pt x="788" y="115"/>
                  </a:lnTo>
                  <a:lnTo>
                    <a:pt x="786" y="103"/>
                  </a:lnTo>
                  <a:lnTo>
                    <a:pt x="784" y="92"/>
                  </a:lnTo>
                  <a:lnTo>
                    <a:pt x="781" y="81"/>
                  </a:lnTo>
                  <a:lnTo>
                    <a:pt x="776" y="72"/>
                  </a:lnTo>
                  <a:lnTo>
                    <a:pt x="770" y="62"/>
                  </a:lnTo>
                  <a:lnTo>
                    <a:pt x="765" y="54"/>
                  </a:lnTo>
                  <a:lnTo>
                    <a:pt x="757" y="46"/>
                  </a:lnTo>
                  <a:lnTo>
                    <a:pt x="757" y="46"/>
                  </a:lnTo>
                  <a:lnTo>
                    <a:pt x="742" y="32"/>
                  </a:lnTo>
                  <a:lnTo>
                    <a:pt x="724" y="22"/>
                  </a:lnTo>
                  <a:lnTo>
                    <a:pt x="705" y="14"/>
                  </a:lnTo>
                  <a:lnTo>
                    <a:pt x="683" y="8"/>
                  </a:lnTo>
                  <a:lnTo>
                    <a:pt x="661" y="5"/>
                  </a:lnTo>
                  <a:lnTo>
                    <a:pt x="637" y="2"/>
                  </a:lnTo>
                  <a:lnTo>
                    <a:pt x="611" y="2"/>
                  </a:lnTo>
                  <a:lnTo>
                    <a:pt x="586" y="0"/>
                  </a:lnTo>
                  <a:lnTo>
                    <a:pt x="586" y="0"/>
                  </a:lnTo>
                  <a:lnTo>
                    <a:pt x="529" y="2"/>
                  </a:lnTo>
                  <a:lnTo>
                    <a:pt x="470" y="3"/>
                  </a:lnTo>
                  <a:lnTo>
                    <a:pt x="413" y="5"/>
                  </a:lnTo>
                  <a:lnTo>
                    <a:pt x="364" y="5"/>
                  </a:lnTo>
                  <a:lnTo>
                    <a:pt x="364" y="5"/>
                  </a:lnTo>
                  <a:lnTo>
                    <a:pt x="368" y="86"/>
                  </a:lnTo>
                  <a:lnTo>
                    <a:pt x="372" y="167"/>
                  </a:lnTo>
                  <a:lnTo>
                    <a:pt x="373" y="243"/>
                  </a:lnTo>
                  <a:lnTo>
                    <a:pt x="373" y="313"/>
                  </a:lnTo>
                  <a:lnTo>
                    <a:pt x="373" y="313"/>
                  </a:lnTo>
                  <a:lnTo>
                    <a:pt x="311" y="242"/>
                  </a:lnTo>
                  <a:lnTo>
                    <a:pt x="249" y="165"/>
                  </a:lnTo>
                  <a:lnTo>
                    <a:pt x="187" y="86"/>
                  </a:lnTo>
                  <a:lnTo>
                    <a:pt x="129" y="5"/>
                  </a:lnTo>
                  <a:lnTo>
                    <a:pt x="0" y="5"/>
                  </a:lnTo>
                  <a:lnTo>
                    <a:pt x="0" y="5"/>
                  </a:lnTo>
                  <a:lnTo>
                    <a:pt x="7" y="126"/>
                  </a:lnTo>
                  <a:lnTo>
                    <a:pt x="8" y="188"/>
                  </a:lnTo>
                  <a:lnTo>
                    <a:pt x="10" y="251"/>
                  </a:lnTo>
                  <a:lnTo>
                    <a:pt x="10" y="251"/>
                  </a:lnTo>
                  <a:lnTo>
                    <a:pt x="8" y="315"/>
                  </a:lnTo>
                  <a:lnTo>
                    <a:pt x="7" y="377"/>
                  </a:lnTo>
                  <a:lnTo>
                    <a:pt x="0" y="497"/>
                  </a:lnTo>
                  <a:lnTo>
                    <a:pt x="107" y="497"/>
                  </a:lnTo>
                  <a:lnTo>
                    <a:pt x="107" y="497"/>
                  </a:lnTo>
                  <a:lnTo>
                    <a:pt x="100" y="408"/>
                  </a:lnTo>
                  <a:lnTo>
                    <a:pt x="97" y="319"/>
                  </a:lnTo>
                  <a:lnTo>
                    <a:pt x="95" y="238"/>
                  </a:lnTo>
                  <a:lnTo>
                    <a:pt x="95" y="165"/>
                  </a:lnTo>
                  <a:lnTo>
                    <a:pt x="95" y="165"/>
                  </a:lnTo>
                  <a:lnTo>
                    <a:pt x="162" y="242"/>
                  </a:lnTo>
                  <a:lnTo>
                    <a:pt x="230" y="324"/>
                  </a:lnTo>
                  <a:lnTo>
                    <a:pt x="299" y="410"/>
                  </a:lnTo>
                  <a:lnTo>
                    <a:pt x="330" y="454"/>
                  </a:lnTo>
                  <a:lnTo>
                    <a:pt x="362" y="497"/>
                  </a:lnTo>
                  <a:lnTo>
                    <a:pt x="473" y="497"/>
                  </a:lnTo>
                  <a:lnTo>
                    <a:pt x="473" y="497"/>
                  </a:lnTo>
                  <a:lnTo>
                    <a:pt x="468" y="377"/>
                  </a:lnTo>
                  <a:lnTo>
                    <a:pt x="467" y="315"/>
                  </a:lnTo>
                  <a:lnTo>
                    <a:pt x="465" y="251"/>
                  </a:lnTo>
                  <a:lnTo>
                    <a:pt x="465" y="251"/>
                  </a:lnTo>
                  <a:lnTo>
                    <a:pt x="465" y="159"/>
                  </a:lnTo>
                  <a:lnTo>
                    <a:pt x="468" y="68"/>
                  </a:lnTo>
                  <a:lnTo>
                    <a:pt x="468" y="68"/>
                  </a:lnTo>
                  <a:lnTo>
                    <a:pt x="502" y="67"/>
                  </a:lnTo>
                  <a:lnTo>
                    <a:pt x="543" y="67"/>
                  </a:lnTo>
                  <a:lnTo>
                    <a:pt x="543" y="67"/>
                  </a:lnTo>
                  <a:lnTo>
                    <a:pt x="568" y="68"/>
                  </a:lnTo>
                  <a:lnTo>
                    <a:pt x="591" y="72"/>
                  </a:lnTo>
                  <a:lnTo>
                    <a:pt x="610" y="80"/>
                  </a:lnTo>
                  <a:lnTo>
                    <a:pt x="618" y="84"/>
                  </a:lnTo>
                  <a:lnTo>
                    <a:pt x="624" y="89"/>
                  </a:lnTo>
                  <a:lnTo>
                    <a:pt x="630" y="94"/>
                  </a:lnTo>
                  <a:lnTo>
                    <a:pt x="635" y="100"/>
                  </a:lnTo>
                  <a:lnTo>
                    <a:pt x="643" y="113"/>
                  </a:lnTo>
                  <a:lnTo>
                    <a:pt x="648" y="127"/>
                  </a:lnTo>
                  <a:lnTo>
                    <a:pt x="649" y="145"/>
                  </a:lnTo>
                  <a:lnTo>
                    <a:pt x="649" y="145"/>
                  </a:lnTo>
                  <a:lnTo>
                    <a:pt x="648" y="154"/>
                  </a:lnTo>
                  <a:lnTo>
                    <a:pt x="646" y="165"/>
                  </a:lnTo>
                  <a:lnTo>
                    <a:pt x="643" y="175"/>
                  </a:lnTo>
                  <a:lnTo>
                    <a:pt x="638" y="184"/>
                  </a:lnTo>
                  <a:lnTo>
                    <a:pt x="634" y="192"/>
                  </a:lnTo>
                  <a:lnTo>
                    <a:pt x="626" y="200"/>
                  </a:lnTo>
                  <a:lnTo>
                    <a:pt x="618" y="208"/>
                  </a:lnTo>
                  <a:lnTo>
                    <a:pt x="610" y="215"/>
                  </a:lnTo>
                  <a:lnTo>
                    <a:pt x="589" y="227"/>
                  </a:lnTo>
                  <a:lnTo>
                    <a:pt x="567" y="237"/>
                  </a:lnTo>
                  <a:lnTo>
                    <a:pt x="542" y="245"/>
                  </a:lnTo>
                  <a:lnTo>
                    <a:pt x="515" y="253"/>
                  </a:lnTo>
                  <a:lnTo>
                    <a:pt x="515" y="253"/>
                  </a:lnTo>
                  <a:lnTo>
                    <a:pt x="557" y="308"/>
                  </a:lnTo>
                  <a:lnTo>
                    <a:pt x="603" y="370"/>
                  </a:lnTo>
                  <a:lnTo>
                    <a:pt x="648" y="435"/>
                  </a:lnTo>
                  <a:lnTo>
                    <a:pt x="689" y="497"/>
                  </a:lnTo>
                  <a:lnTo>
                    <a:pt x="843" y="497"/>
                  </a:lnTo>
                  <a:lnTo>
                    <a:pt x="843" y="497"/>
                  </a:lnTo>
                  <a:lnTo>
                    <a:pt x="748" y="375"/>
                  </a:lnTo>
                  <a:lnTo>
                    <a:pt x="707" y="318"/>
                  </a:lnTo>
                  <a:lnTo>
                    <a:pt x="670" y="265"/>
                  </a:lnTo>
                  <a:lnTo>
                    <a:pt x="670" y="265"/>
                  </a:lnTo>
                  <a:close/>
                </a:path>
              </a:pathLst>
            </a:custGeom>
            <a:solidFill>
              <a:srgbClr val="005BAC"/>
            </a:solidFill>
            <a:ln w="9525">
              <a:noFill/>
              <a:round/>
              <a:headEnd/>
              <a:tailEnd/>
            </a:ln>
          </p:spPr>
          <p:txBody>
            <a:bodyPr/>
            <a:lstStyle/>
            <a:p>
              <a:pPr>
                <a:defRPr/>
              </a:pPr>
              <a:endParaRPr lang="ja-JP" altLang="en-US" sz="1662" dirty="0">
                <a:latin typeface="+mn-ea"/>
                <a:ea typeface="+mn-ea"/>
              </a:endParaRPr>
            </a:p>
          </p:txBody>
        </p:sp>
      </p:grpSp>
    </p:spTree>
    <p:extLst>
      <p:ext uri="{BB962C8B-B14F-4D97-AF65-F5344CB8AC3E}">
        <p14:creationId xmlns:p14="http://schemas.microsoft.com/office/powerpoint/2010/main" val="39255320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Lst>
  <p:hf sldNum="0" hdr="0" ftr="0" dt="0"/>
  <p:txStyles>
    <p:titleStyle>
      <a:lvl1pPr algn="l" defTabSz="844083" rtl="0" eaLnBrk="1" fontAlgn="ctr" latinLnBrk="0" hangingPunct="1">
        <a:lnSpc>
          <a:spcPct val="100000"/>
        </a:lnSpc>
        <a:spcBef>
          <a:spcPct val="0"/>
        </a:spcBef>
        <a:buNone/>
        <a:defRPr kumimoji="1" sz="1846" b="1" i="0" kern="1200" baseline="0">
          <a:solidFill>
            <a:srgbClr val="000F78"/>
          </a:solidFill>
          <a:latin typeface="+mn-ea"/>
          <a:ea typeface="+mn-ea"/>
          <a:cs typeface="+mj-cs"/>
        </a:defRPr>
      </a:lvl1pPr>
    </p:titleStyle>
    <p:bodyStyle>
      <a:lvl1pPr marL="172804" indent="-172804" algn="l" defTabSz="844083" rtl="0" eaLnBrk="1" fontAlgn="ctr" latinLnBrk="0" hangingPunct="1">
        <a:lnSpc>
          <a:spcPct val="100000"/>
        </a:lnSpc>
        <a:spcBef>
          <a:spcPts val="532"/>
        </a:spcBef>
        <a:buClr>
          <a:srgbClr val="000F78"/>
        </a:buClr>
        <a:buFont typeface="Wingdings" panose="05000000000000000000" pitchFamily="2" charset="2"/>
        <a:buChar char="n"/>
        <a:defRPr kumimoji="1" sz="1477" kern="1200" baseline="0">
          <a:solidFill>
            <a:schemeClr val="tx1"/>
          </a:solidFill>
          <a:latin typeface="+mn-ea"/>
          <a:ea typeface="+mn-ea"/>
          <a:cs typeface="+mn-cs"/>
        </a:defRPr>
      </a:lvl1pPr>
      <a:lvl2pPr marL="562722" indent="-212487" algn="l" defTabSz="844083" rtl="0" eaLnBrk="1" fontAlgn="ctr" latinLnBrk="0" hangingPunct="1">
        <a:lnSpc>
          <a:spcPct val="100000"/>
        </a:lnSpc>
        <a:spcBef>
          <a:spcPts val="465"/>
        </a:spcBef>
        <a:buClr>
          <a:srgbClr val="000F78"/>
        </a:buClr>
        <a:buFont typeface="Wingdings" panose="05000000000000000000" pitchFamily="2" charset="2"/>
        <a:buChar char="l"/>
        <a:tabLst/>
        <a:defRPr kumimoji="1" sz="1292" kern="1200">
          <a:solidFill>
            <a:schemeClr val="tx1"/>
          </a:solidFill>
          <a:latin typeface="+mn-ea"/>
          <a:ea typeface="+mn-ea"/>
          <a:cs typeface="+mn-cs"/>
        </a:defRPr>
      </a:lvl2pPr>
      <a:lvl3pPr marL="908561" indent="-181712" algn="l" defTabSz="844083" rtl="0" eaLnBrk="1" fontAlgn="ctr" latinLnBrk="0" hangingPunct="1">
        <a:lnSpc>
          <a:spcPct val="100000"/>
        </a:lnSpc>
        <a:spcBef>
          <a:spcPts val="22"/>
        </a:spcBef>
        <a:buClr>
          <a:srgbClr val="000F78"/>
        </a:buClr>
        <a:buFont typeface="Arial" panose="020B0604020202020204" pitchFamily="34" charset="0"/>
        <a:buChar char="•"/>
        <a:tabLst/>
        <a:defRPr kumimoji="1" sz="1292" kern="1200">
          <a:solidFill>
            <a:schemeClr val="tx1"/>
          </a:solidFill>
          <a:latin typeface="+mn-ea"/>
          <a:ea typeface="+mn-ea"/>
          <a:cs typeface="+mn-cs"/>
        </a:defRPr>
      </a:lvl3pPr>
      <a:lvl4pPr marL="1251470" indent="-175851" algn="l" defTabSz="844083" rtl="0" eaLnBrk="1" fontAlgn="ctr" latinLnBrk="0" hangingPunct="1">
        <a:lnSpc>
          <a:spcPct val="100000"/>
        </a:lnSpc>
        <a:spcBef>
          <a:spcPts val="199"/>
        </a:spcBef>
        <a:buClr>
          <a:srgbClr val="000F78"/>
        </a:buClr>
        <a:buFont typeface="Yu Gothic UI" panose="020B0500000000000000" pitchFamily="50" charset="-128"/>
        <a:buChar char="•"/>
        <a:tabLst/>
        <a:defRPr kumimoji="1" sz="1108" kern="1200">
          <a:solidFill>
            <a:schemeClr val="tx1"/>
          </a:solidFill>
          <a:latin typeface="+mn-ea"/>
          <a:ea typeface="+mn-ea"/>
          <a:cs typeface="+mn-cs"/>
        </a:defRPr>
      </a:lvl4pPr>
      <a:lvl5pPr marL="1546020" indent="-169989" algn="l" defTabSz="844083" rtl="0" eaLnBrk="1" fontAlgn="ctr" latinLnBrk="0" hangingPunct="1">
        <a:lnSpc>
          <a:spcPct val="100000"/>
        </a:lnSpc>
        <a:spcBef>
          <a:spcPts val="133"/>
        </a:spcBef>
        <a:buClr>
          <a:srgbClr val="000F78"/>
        </a:buClr>
        <a:buFont typeface="Arial" panose="020B0604020202020204" pitchFamily="34" charset="0"/>
        <a:buChar char="•"/>
        <a:tabLst/>
        <a:defRPr kumimoji="1" sz="1108" kern="1200">
          <a:solidFill>
            <a:schemeClr val="tx1"/>
          </a:solidFill>
          <a:latin typeface="+mn-ea"/>
          <a:ea typeface="+mn-ea"/>
          <a:cs typeface="+mn-cs"/>
        </a:defRPr>
      </a:lvl5pPr>
      <a:lvl6pPr marL="1837638" indent="-175851" algn="l" defTabSz="844083" rtl="0" eaLnBrk="1" fontAlgn="ctr" latinLnBrk="0" hangingPunct="1">
        <a:lnSpc>
          <a:spcPct val="90000"/>
        </a:lnSpc>
        <a:spcBef>
          <a:spcPts val="462"/>
        </a:spcBef>
        <a:buClr>
          <a:srgbClr val="000F78"/>
        </a:buClr>
        <a:buFont typeface="Arial" panose="020B0604020202020204" pitchFamily="34" charset="0"/>
        <a:buChar char="•"/>
        <a:defRPr kumimoji="1" sz="1108" kern="1200">
          <a:solidFill>
            <a:schemeClr val="tx1"/>
          </a:solidFill>
          <a:latin typeface="+mn-ea"/>
          <a:ea typeface="+mn-ea"/>
          <a:cs typeface="+mn-cs"/>
        </a:defRPr>
      </a:lvl6pPr>
      <a:lvl7pPr marL="2743269"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7pPr>
      <a:lvl8pPr marL="3165310"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8pPr>
      <a:lvl9pPr marL="3587351" indent="-211021" algn="l" defTabSz="844083" rtl="0" eaLnBrk="1" latinLnBrk="0" hangingPunct="1">
        <a:lnSpc>
          <a:spcPct val="90000"/>
        </a:lnSpc>
        <a:spcBef>
          <a:spcPts val="462"/>
        </a:spcBef>
        <a:buFont typeface="Arial" panose="020B0604020202020204" pitchFamily="34" charset="0"/>
        <a:buChar char="•"/>
        <a:defRPr kumimoji="1" sz="1662" kern="1200">
          <a:solidFill>
            <a:schemeClr val="tx1"/>
          </a:solidFill>
          <a:latin typeface="+mn-lt"/>
          <a:ea typeface="+mn-ea"/>
          <a:cs typeface="+mn-cs"/>
        </a:defRPr>
      </a:lvl9pPr>
    </p:bodyStyle>
    <p:otherStyle>
      <a:defPPr>
        <a:defRPr lang="en-US"/>
      </a:defPPr>
      <a:lvl1pPr marL="0" algn="l" defTabSz="844083" rtl="0" eaLnBrk="1" latinLnBrk="0" hangingPunct="1">
        <a:defRPr kumimoji="1" sz="1662" kern="1200">
          <a:solidFill>
            <a:schemeClr val="tx1"/>
          </a:solidFill>
          <a:latin typeface="+mn-lt"/>
          <a:ea typeface="+mn-ea"/>
          <a:cs typeface="+mn-cs"/>
        </a:defRPr>
      </a:lvl1pPr>
      <a:lvl2pPr marL="422041" algn="l" defTabSz="844083" rtl="0" eaLnBrk="1" latinLnBrk="0" hangingPunct="1">
        <a:defRPr kumimoji="1" sz="1662" kern="1200">
          <a:solidFill>
            <a:schemeClr val="tx1"/>
          </a:solidFill>
          <a:latin typeface="+mn-lt"/>
          <a:ea typeface="+mn-ea"/>
          <a:cs typeface="+mn-cs"/>
        </a:defRPr>
      </a:lvl2pPr>
      <a:lvl3pPr marL="844083" algn="l" defTabSz="844083" rtl="0" eaLnBrk="1" latinLnBrk="0" hangingPunct="1">
        <a:defRPr kumimoji="1" sz="1662" kern="1200">
          <a:solidFill>
            <a:schemeClr val="tx1"/>
          </a:solidFill>
          <a:latin typeface="+mn-lt"/>
          <a:ea typeface="+mn-ea"/>
          <a:cs typeface="+mn-cs"/>
        </a:defRPr>
      </a:lvl3pPr>
      <a:lvl4pPr marL="1266124" algn="l" defTabSz="844083" rtl="0" eaLnBrk="1" latinLnBrk="0" hangingPunct="1">
        <a:defRPr kumimoji="1" sz="1662" kern="1200">
          <a:solidFill>
            <a:schemeClr val="tx1"/>
          </a:solidFill>
          <a:latin typeface="+mn-lt"/>
          <a:ea typeface="+mn-ea"/>
          <a:cs typeface="+mn-cs"/>
        </a:defRPr>
      </a:lvl4pPr>
      <a:lvl5pPr marL="1688165" algn="l" defTabSz="844083" rtl="0" eaLnBrk="1" latinLnBrk="0" hangingPunct="1">
        <a:defRPr kumimoji="1" sz="1662" kern="1200">
          <a:solidFill>
            <a:schemeClr val="tx1"/>
          </a:solidFill>
          <a:latin typeface="+mn-lt"/>
          <a:ea typeface="+mn-ea"/>
          <a:cs typeface="+mn-cs"/>
        </a:defRPr>
      </a:lvl5pPr>
      <a:lvl6pPr marL="2110207" algn="l" defTabSz="844083" rtl="0" eaLnBrk="1" latinLnBrk="0" hangingPunct="1">
        <a:defRPr kumimoji="1" sz="1662" kern="1200">
          <a:solidFill>
            <a:schemeClr val="tx1"/>
          </a:solidFill>
          <a:latin typeface="+mn-lt"/>
          <a:ea typeface="+mn-ea"/>
          <a:cs typeface="+mn-cs"/>
        </a:defRPr>
      </a:lvl6pPr>
      <a:lvl7pPr marL="2532248" algn="l" defTabSz="844083" rtl="0" eaLnBrk="1" latinLnBrk="0" hangingPunct="1">
        <a:defRPr kumimoji="1" sz="1662" kern="1200">
          <a:solidFill>
            <a:schemeClr val="tx1"/>
          </a:solidFill>
          <a:latin typeface="+mn-lt"/>
          <a:ea typeface="+mn-ea"/>
          <a:cs typeface="+mn-cs"/>
        </a:defRPr>
      </a:lvl7pPr>
      <a:lvl8pPr marL="2954289" algn="l" defTabSz="844083" rtl="0" eaLnBrk="1" latinLnBrk="0" hangingPunct="1">
        <a:defRPr kumimoji="1" sz="1662" kern="1200">
          <a:solidFill>
            <a:schemeClr val="tx1"/>
          </a:solidFill>
          <a:latin typeface="+mn-lt"/>
          <a:ea typeface="+mn-ea"/>
          <a:cs typeface="+mn-cs"/>
        </a:defRPr>
      </a:lvl8pPr>
      <a:lvl9pPr marL="3376331" algn="l" defTabSz="844083" rtl="0" eaLnBrk="1" latinLnBrk="0" hangingPunct="1">
        <a:defRPr kumimoji="1" sz="166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2" pos="3120">
          <p15:clr>
            <a:srgbClr val="5ACBF0"/>
          </p15:clr>
        </p15:guide>
        <p15:guide id="3" pos="6114">
          <p15:clr>
            <a:srgbClr val="5ACBF0"/>
          </p15:clr>
        </p15:guide>
        <p15:guide id="4" pos="126">
          <p15:clr>
            <a:srgbClr val="5ACBF0"/>
          </p15:clr>
        </p15:guide>
        <p15:guide id="5" orient="horz" pos="4065">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kanken.or.jp/bjt/leader/feature.html"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kanken.or.jp/bjt/leader/feature.html" TargetMode="External"/><Relationship Id="rId4" Type="http://schemas.openxmlformats.org/officeDocument/2006/relationships/image" Target="../media/image13.gi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kanken.or.jp/bjt/leader/feature.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hyperlink" Target="https://www.kanken.or.jp/bjt/about/level_sample.html" TargetMode="Externa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www.moj.go.jp/isa/content/930001663.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テキスト プレースホルダー 4">
            <a:extLst>
              <a:ext uri="{FF2B5EF4-FFF2-40B4-BE49-F238E27FC236}">
                <a16:creationId xmlns:a16="http://schemas.microsoft.com/office/drawing/2014/main" id="{A012DC4D-9A03-5C0D-6FFA-61343C9710EC}"/>
              </a:ext>
            </a:extLst>
          </p:cNvPr>
          <p:cNvSpPr>
            <a:spLocks noGrp="1"/>
          </p:cNvSpPr>
          <p:nvPr>
            <p:ph type="subTitle" idx="1"/>
          </p:nvPr>
        </p:nvSpPr>
        <p:spPr>
          <a:xfrm>
            <a:off x="628649" y="764704"/>
            <a:ext cx="7886700" cy="4351338"/>
          </a:xfrm>
        </p:spPr>
        <p:txBody>
          <a:bodyPr>
            <a:normAutofit/>
          </a:bodyPr>
          <a:lstStyle/>
          <a:p>
            <a:pPr marL="0" indent="0">
              <a:buNone/>
            </a:pPr>
            <a:endParaRPr kumimoji="1" lang="en-US" altLang="ja-JP" sz="1600" dirty="0"/>
          </a:p>
          <a:p>
            <a:pPr marL="0" indent="0">
              <a:buNone/>
            </a:pPr>
            <a:endParaRPr kumimoji="1" lang="en-US" altLang="ja-JP" sz="1600" dirty="0"/>
          </a:p>
          <a:p>
            <a:pPr marL="0" indent="0">
              <a:buNone/>
            </a:pPr>
            <a:endParaRPr kumimoji="1" lang="en-US" altLang="ja-JP" sz="1600" dirty="0"/>
          </a:p>
          <a:p>
            <a:pPr marL="0" indent="0">
              <a:buNone/>
            </a:pPr>
            <a:endParaRPr kumimoji="1" lang="en-US" altLang="ja-JP" sz="1600" dirty="0"/>
          </a:p>
          <a:p>
            <a:pPr marL="0" indent="0">
              <a:buNone/>
            </a:pPr>
            <a:endParaRPr kumimoji="1" lang="en-US" altLang="ja-JP" sz="1600" dirty="0"/>
          </a:p>
          <a:p>
            <a:pPr marL="0" indent="0">
              <a:buNone/>
            </a:pPr>
            <a:r>
              <a:rPr kumimoji="1" lang="en-US" altLang="ja-JP" sz="2000" b="1" dirty="0">
                <a:solidFill>
                  <a:srgbClr val="000F78"/>
                </a:solidFill>
                <a:latin typeface="Yu Gothic UI" panose="020B0500000000000000" pitchFamily="50" charset="-128"/>
                <a:ea typeface="Yu Gothic UI" panose="020B0500000000000000" pitchFamily="50" charset="-128"/>
              </a:rPr>
              <a:t>BJT</a:t>
            </a:r>
            <a:r>
              <a:rPr kumimoji="1" lang="ja-JP" altLang="en-US" sz="2000" b="1" dirty="0">
                <a:solidFill>
                  <a:srgbClr val="000F78"/>
                </a:solidFill>
                <a:latin typeface="Yu Gothic UI" panose="020B0500000000000000" pitchFamily="50" charset="-128"/>
                <a:ea typeface="Yu Gothic UI" panose="020B0500000000000000" pitchFamily="50" charset="-128"/>
              </a:rPr>
              <a:t>（ビジネス日本語能力テスト）と</a:t>
            </a:r>
            <a:endParaRPr kumimoji="1" lang="en-US" altLang="ja-JP" sz="2000" b="1" dirty="0">
              <a:solidFill>
                <a:srgbClr val="000F78"/>
              </a:solidFill>
              <a:latin typeface="Yu Gothic UI" panose="020B0500000000000000" pitchFamily="50" charset="-128"/>
              <a:ea typeface="Yu Gothic UI" panose="020B0500000000000000" pitchFamily="50" charset="-128"/>
            </a:endParaRPr>
          </a:p>
          <a:p>
            <a:pPr marL="0" indent="0">
              <a:buNone/>
            </a:pPr>
            <a:r>
              <a:rPr kumimoji="1" lang="en-US" altLang="ja-JP" sz="2000" b="1" dirty="0">
                <a:solidFill>
                  <a:srgbClr val="000F78"/>
                </a:solidFill>
                <a:latin typeface="Yu Gothic UI" panose="020B0500000000000000" pitchFamily="50" charset="-128"/>
                <a:ea typeface="Yu Gothic UI" panose="020B0500000000000000" pitchFamily="50" charset="-128"/>
              </a:rPr>
              <a:t>JLPT</a:t>
            </a:r>
            <a:r>
              <a:rPr kumimoji="1" lang="ja-JP" altLang="en-US" sz="2000" b="1" dirty="0">
                <a:solidFill>
                  <a:srgbClr val="000F78"/>
                </a:solidFill>
                <a:latin typeface="Yu Gothic UI" panose="020B0500000000000000" pitchFamily="50" charset="-128"/>
                <a:ea typeface="Yu Gothic UI" panose="020B0500000000000000" pitchFamily="50" charset="-128"/>
              </a:rPr>
              <a:t>（日本語能力試験）の相違点</a:t>
            </a:r>
          </a:p>
          <a:p>
            <a:pPr marL="0" indent="0">
              <a:buNone/>
            </a:pPr>
            <a:endParaRPr kumimoji="1" lang="en-US" altLang="ja-JP" sz="2800" b="1" dirty="0">
              <a:solidFill>
                <a:srgbClr val="000F78"/>
              </a:solidFill>
              <a:latin typeface="Yu Gothic UI" panose="020B0500000000000000" pitchFamily="50" charset="-128"/>
              <a:ea typeface="Yu Gothic UI" panose="020B0500000000000000" pitchFamily="50" charset="-128"/>
            </a:endParaRPr>
          </a:p>
          <a:p>
            <a:pPr marL="0" indent="0">
              <a:buNone/>
            </a:pPr>
            <a:endParaRPr kumimoji="1" lang="en-US" altLang="ja-JP" sz="1600" b="1" dirty="0">
              <a:solidFill>
                <a:srgbClr val="000F78"/>
              </a:solidFill>
              <a:latin typeface="Yu Gothic UI" panose="020B0500000000000000" pitchFamily="50" charset="-128"/>
              <a:ea typeface="Yu Gothic UI" panose="020B0500000000000000" pitchFamily="50" charset="-128"/>
            </a:endParaRPr>
          </a:p>
          <a:p>
            <a:pPr marL="0" indent="0">
              <a:buNone/>
            </a:pPr>
            <a:endParaRPr kumimoji="1" lang="en-US" altLang="ja-JP" sz="1600" b="1" dirty="0">
              <a:solidFill>
                <a:srgbClr val="000F78"/>
              </a:solidFill>
              <a:latin typeface="Yu Gothic UI" panose="020B0500000000000000" pitchFamily="50" charset="-128"/>
              <a:ea typeface="Yu Gothic UI" panose="020B0500000000000000" pitchFamily="50" charset="-128"/>
            </a:endParaRPr>
          </a:p>
          <a:p>
            <a:pPr marL="0" indent="0">
              <a:buNone/>
            </a:pPr>
            <a:r>
              <a:rPr kumimoji="1" lang="ja-JP" altLang="en-US" sz="1600" b="1" dirty="0">
                <a:solidFill>
                  <a:srgbClr val="000F78"/>
                </a:solidFill>
                <a:latin typeface="Yu Gothic UI" panose="020B0500000000000000" pitchFamily="50" charset="-128"/>
                <a:ea typeface="Yu Gothic UI" panose="020B0500000000000000" pitchFamily="50" charset="-128"/>
              </a:rPr>
              <a:t>人材開発部</a:t>
            </a:r>
            <a:endParaRPr kumimoji="1" lang="en-US" altLang="ja-JP" sz="1600" b="1" dirty="0">
              <a:solidFill>
                <a:srgbClr val="000F78"/>
              </a:solidFill>
              <a:latin typeface="Yu Gothic UI" panose="020B0500000000000000" pitchFamily="50" charset="-128"/>
              <a:ea typeface="Yu Gothic UI" panose="020B0500000000000000" pitchFamily="50" charset="-128"/>
            </a:endParaRPr>
          </a:p>
          <a:p>
            <a:pPr marL="0" indent="0">
              <a:buNone/>
            </a:pPr>
            <a:r>
              <a:rPr kumimoji="1" lang="en-US" altLang="ja-JP" sz="1600" b="1" dirty="0">
                <a:solidFill>
                  <a:srgbClr val="000F78"/>
                </a:solidFill>
                <a:latin typeface="Yu Gothic UI" panose="020B0500000000000000" pitchFamily="50" charset="-128"/>
                <a:ea typeface="Yu Gothic UI" panose="020B0500000000000000" pitchFamily="50" charset="-128"/>
              </a:rPr>
              <a:t>2024</a:t>
            </a:r>
            <a:r>
              <a:rPr kumimoji="1" lang="ja-JP" altLang="en-US" sz="1600" b="1" dirty="0">
                <a:solidFill>
                  <a:srgbClr val="000F78"/>
                </a:solidFill>
                <a:latin typeface="Yu Gothic UI" panose="020B0500000000000000" pitchFamily="50" charset="-128"/>
                <a:ea typeface="Yu Gothic UI" panose="020B0500000000000000" pitchFamily="50" charset="-128"/>
              </a:rPr>
              <a:t>年</a:t>
            </a:r>
            <a:r>
              <a:rPr kumimoji="1" lang="en-US" altLang="ja-JP" sz="1600" b="1" dirty="0">
                <a:solidFill>
                  <a:srgbClr val="000F78"/>
                </a:solidFill>
                <a:latin typeface="Yu Gothic UI" panose="020B0500000000000000" pitchFamily="50" charset="-128"/>
                <a:ea typeface="Yu Gothic UI" panose="020B0500000000000000" pitchFamily="50" charset="-128"/>
              </a:rPr>
              <a:t>2</a:t>
            </a:r>
            <a:r>
              <a:rPr kumimoji="1" lang="ja-JP" altLang="en-US" sz="1600" b="1" dirty="0">
                <a:solidFill>
                  <a:srgbClr val="000F78"/>
                </a:solidFill>
                <a:latin typeface="Yu Gothic UI" panose="020B0500000000000000" pitchFamily="50" charset="-128"/>
                <a:ea typeface="Yu Gothic UI" panose="020B0500000000000000" pitchFamily="50" charset="-128"/>
              </a:rPr>
              <a:t>月</a:t>
            </a:r>
            <a:r>
              <a:rPr kumimoji="1" lang="en-US" altLang="ja-JP" sz="1600" b="1" dirty="0">
                <a:solidFill>
                  <a:srgbClr val="000F78"/>
                </a:solidFill>
                <a:latin typeface="Yu Gothic UI" panose="020B0500000000000000" pitchFamily="50" charset="-128"/>
                <a:ea typeface="Yu Gothic UI" panose="020B0500000000000000" pitchFamily="50" charset="-128"/>
              </a:rPr>
              <a:t>7</a:t>
            </a:r>
            <a:r>
              <a:rPr kumimoji="1" lang="ja-JP" altLang="en-US" sz="1600" b="1" dirty="0">
                <a:solidFill>
                  <a:srgbClr val="000F78"/>
                </a:solidFill>
                <a:latin typeface="Yu Gothic UI" panose="020B0500000000000000" pitchFamily="50" charset="-128"/>
                <a:ea typeface="Yu Gothic UI" panose="020B0500000000000000" pitchFamily="50" charset="-128"/>
              </a:rPr>
              <a:t>日</a:t>
            </a:r>
          </a:p>
        </p:txBody>
      </p:sp>
      <p:pic>
        <p:nvPicPr>
          <p:cNvPr id="6" name="図 5" descr="ハンガー, ミラー が含まれている画像&#10;&#10;自動的に生成された説明">
            <a:extLst>
              <a:ext uri="{FF2B5EF4-FFF2-40B4-BE49-F238E27FC236}">
                <a16:creationId xmlns:a16="http://schemas.microsoft.com/office/drawing/2014/main" id="{419EA6DD-4875-2351-CBE2-06E4DE0D3498}"/>
              </a:ext>
            </a:extLst>
          </p:cNvPr>
          <p:cNvPicPr>
            <a:picLocks noChangeAspect="1"/>
          </p:cNvPicPr>
          <p:nvPr/>
        </p:nvPicPr>
        <p:blipFill>
          <a:blip r:embed="rId3"/>
          <a:stretch>
            <a:fillRect/>
          </a:stretch>
        </p:blipFill>
        <p:spPr>
          <a:xfrm>
            <a:off x="3112061" y="3793955"/>
            <a:ext cx="1387931" cy="1307152"/>
          </a:xfrm>
          <a:prstGeom prst="rect">
            <a:avLst/>
          </a:prstGeom>
        </p:spPr>
      </p:pic>
      <p:cxnSp>
        <p:nvCxnSpPr>
          <p:cNvPr id="11" name="直線コネクタ 10">
            <a:extLst>
              <a:ext uri="{FF2B5EF4-FFF2-40B4-BE49-F238E27FC236}">
                <a16:creationId xmlns:a16="http://schemas.microsoft.com/office/drawing/2014/main" id="{6BF608A7-0B4B-A4DB-2CF9-39887988EE6C}"/>
              </a:ext>
            </a:extLst>
          </p:cNvPr>
          <p:cNvCxnSpPr>
            <a:cxnSpLocks/>
          </p:cNvCxnSpPr>
          <p:nvPr/>
        </p:nvCxnSpPr>
        <p:spPr>
          <a:xfrm>
            <a:off x="628649" y="2996952"/>
            <a:ext cx="4544457" cy="0"/>
          </a:xfrm>
          <a:prstGeom prst="line">
            <a:avLst/>
          </a:prstGeom>
          <a:ln w="31750">
            <a:solidFill>
              <a:srgbClr val="000F78"/>
            </a:solidFill>
            <a:round/>
          </a:ln>
        </p:spPr>
        <p:style>
          <a:lnRef idx="1">
            <a:schemeClr val="accent1"/>
          </a:lnRef>
          <a:fillRef idx="0">
            <a:schemeClr val="accent1"/>
          </a:fillRef>
          <a:effectRef idx="0">
            <a:schemeClr val="accent1"/>
          </a:effectRef>
          <a:fontRef idx="minor">
            <a:schemeClr val="tx1"/>
          </a:fontRef>
        </p:style>
      </p:cxnSp>
      <p:sp>
        <p:nvSpPr>
          <p:cNvPr id="15" name="フッター プレースホルダー 14">
            <a:extLst>
              <a:ext uri="{FF2B5EF4-FFF2-40B4-BE49-F238E27FC236}">
                <a16:creationId xmlns:a16="http://schemas.microsoft.com/office/drawing/2014/main" id="{A11898BF-BEA1-66D4-3614-5A50C4CA097F}"/>
              </a:ext>
            </a:extLst>
          </p:cNvPr>
          <p:cNvSpPr>
            <a:spLocks noGrp="1"/>
          </p:cNvSpPr>
          <p:nvPr>
            <p:ph type="ftr" sz="quarter" idx="4294967295"/>
          </p:nvPr>
        </p:nvSpPr>
        <p:spPr>
          <a:xfrm>
            <a:off x="3028950" y="6356350"/>
            <a:ext cx="3086100" cy="365125"/>
          </a:xfrm>
        </p:spPr>
        <p:txBody>
          <a:bodyPr/>
          <a:lstStyle/>
          <a:p>
            <a:pPr>
              <a:defRPr/>
            </a:pPr>
            <a:r>
              <a:rPr lang="en-US" dirty="0" err="1"/>
              <a:t>Copyright©Zhiming</a:t>
            </a:r>
            <a:r>
              <a:rPr lang="en-US" dirty="0"/>
              <a:t> Software Japan, Ltd. All rights reserved.</a:t>
            </a:r>
            <a:endParaRPr lang="ja-JP" dirty="0"/>
          </a:p>
        </p:txBody>
      </p:sp>
      <p:sp>
        <p:nvSpPr>
          <p:cNvPr id="16" name="スライド番号プレースホルダー 15">
            <a:extLst>
              <a:ext uri="{FF2B5EF4-FFF2-40B4-BE49-F238E27FC236}">
                <a16:creationId xmlns:a16="http://schemas.microsoft.com/office/drawing/2014/main" id="{EEE65D62-6F34-998F-149F-5A32160848D3}"/>
              </a:ext>
            </a:extLst>
          </p:cNvPr>
          <p:cNvSpPr>
            <a:spLocks noGrp="1"/>
          </p:cNvSpPr>
          <p:nvPr>
            <p:ph type="sldNum" sz="quarter" idx="4294967295"/>
          </p:nvPr>
        </p:nvSpPr>
        <p:spPr>
          <a:xfrm>
            <a:off x="6457950" y="6356350"/>
            <a:ext cx="2057400" cy="365125"/>
          </a:xfrm>
        </p:spPr>
        <p:txBody>
          <a:bodyPr/>
          <a:lstStyle/>
          <a:p>
            <a:pPr>
              <a:defRPr/>
            </a:pPr>
            <a:fld id="{08395586-F03A-48D1-94DF-16B239DF4FB5}" type="slidenum">
              <a:rPr lang="ru-RU" smtClean="0"/>
              <a:t>1</a:t>
            </a:fld>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フッター プレースホルダー 1"/>
          <p:cNvSpPr>
            <a:spLocks noGrp="1"/>
          </p:cNvSpPr>
          <p:nvPr>
            <p:ph type="ftr" sz="quarter" idx="4294967295"/>
          </p:nvPr>
        </p:nvSpPr>
        <p:spPr bwMode="auto">
          <a:xfrm>
            <a:off x="3028950" y="6356350"/>
            <a:ext cx="3086100" cy="365125"/>
          </a:xfrm>
        </p:spPr>
        <p:txBody>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tint val="75000"/>
                  </a:prstClr>
                </a:solidFill>
                <a:effectLst/>
                <a:uLnTx/>
                <a:uFillTx/>
                <a:latin typeface="Arial"/>
                <a:cs typeface="Arial"/>
              </a:rPr>
              <a:t>Copyright©Zhiming Software Japan, Ltd. All rights reserved.</a:t>
            </a:r>
            <a:endParaRPr kumimoji="0" lang="ja-JP" altLang="en-US" sz="900" b="0" i="0" u="none" strike="noStrike" kern="0" cap="none" spc="0" normalizeH="0" baseline="0" noProof="0">
              <a:ln>
                <a:noFill/>
              </a:ln>
              <a:solidFill>
                <a:prstClr val="black">
                  <a:tint val="75000"/>
                </a:prstClr>
              </a:solidFill>
              <a:effectLst/>
              <a:uLnTx/>
              <a:uFillTx/>
              <a:latin typeface="Arial"/>
              <a:cs typeface="Arial"/>
            </a:endParaRPr>
          </a:p>
        </p:txBody>
      </p:sp>
      <p:sp>
        <p:nvSpPr>
          <p:cNvPr id="3" name="スライド番号プレースホルダー 2"/>
          <p:cNvSpPr>
            <a:spLocks noGrp="1"/>
          </p:cNvSpPr>
          <p:nvPr>
            <p:ph type="sldNum" sz="quarter" idx="4294967295"/>
          </p:nvPr>
        </p:nvSpPr>
        <p:spPr bwMode="auto">
          <a:xfrm>
            <a:off x="6457950" y="6356350"/>
            <a:ext cx="2057400" cy="365125"/>
          </a:xfrm>
        </p:spPr>
        <p:txBody>
          <a:bodyPr/>
          <a:lstStyle/>
          <a:p>
            <a:pPr marL="0" marR="0" lvl="0" indent="0" algn="r" defTabSz="457200" eaLnBrk="1" fontAlgn="auto" latinLnBrk="0" hangingPunct="1">
              <a:lnSpc>
                <a:spcPct val="100000"/>
              </a:lnSpc>
              <a:spcBef>
                <a:spcPts val="0"/>
              </a:spcBef>
              <a:spcAft>
                <a:spcPts val="0"/>
              </a:spcAft>
              <a:buClrTx/>
              <a:buSzTx/>
              <a:buFontTx/>
              <a:buNone/>
              <a:tabLst/>
              <a:defRPr/>
            </a:pPr>
            <a:fld id="{D1AEFF64-B9BB-4FAF-9A06-386313EB5484}" type="slidenum">
              <a:rPr kumimoji="0" lang="en-US" altLang="ja-JP" sz="900" b="0" i="0" u="none" strike="noStrike" kern="0" cap="none" spc="0" normalizeH="0" baseline="0" noProof="0">
                <a:ln>
                  <a:noFill/>
                </a:ln>
                <a:solidFill>
                  <a:prstClr val="black">
                    <a:tint val="75000"/>
                  </a:prstClr>
                </a:solidFill>
                <a:effectLst/>
                <a:uLnTx/>
                <a:uFillTx/>
                <a:latin typeface="Arial"/>
                <a:cs typeface="Arial"/>
              </a:rPr>
              <a:pPr marL="0" marR="0" lvl="0" indent="0" algn="r" defTabSz="457200" eaLnBrk="1" fontAlgn="auto" latinLnBrk="0" hangingPunct="1">
                <a:lnSpc>
                  <a:spcPct val="100000"/>
                </a:lnSpc>
                <a:spcBef>
                  <a:spcPts val="0"/>
                </a:spcBef>
                <a:spcAft>
                  <a:spcPts val="0"/>
                </a:spcAft>
                <a:buClrTx/>
                <a:buSzTx/>
                <a:buFontTx/>
                <a:buNone/>
                <a:tabLst/>
                <a:defRPr/>
              </a:pPr>
              <a:t>2</a:t>
            </a:fld>
            <a:endParaRPr kumimoji="0" lang="ja-JP" altLang="en-US" sz="900" b="0" i="0" u="none" strike="noStrike" kern="0" cap="none" spc="0" normalizeH="0" baseline="0" noProof="0">
              <a:ln>
                <a:noFill/>
              </a:ln>
              <a:solidFill>
                <a:prstClr val="black">
                  <a:tint val="75000"/>
                </a:prstClr>
              </a:solidFill>
              <a:effectLst/>
              <a:uLnTx/>
              <a:uFillTx/>
              <a:latin typeface="Arial"/>
              <a:cs typeface="Arial"/>
            </a:endParaRPr>
          </a:p>
        </p:txBody>
      </p:sp>
      <p:sp>
        <p:nvSpPr>
          <p:cNvPr id="5" name="コンテンツ プレースホルダー 1">
            <a:extLst>
              <a:ext uri="{FF2B5EF4-FFF2-40B4-BE49-F238E27FC236}">
                <a16:creationId xmlns:a16="http://schemas.microsoft.com/office/drawing/2014/main" id="{4A39D377-7541-FBFE-A3B2-51E27F4B09F0}"/>
              </a:ext>
            </a:extLst>
          </p:cNvPr>
          <p:cNvSpPr txBox="1">
            <a:spLocks/>
          </p:cNvSpPr>
          <p:nvPr/>
        </p:nvSpPr>
        <p:spPr>
          <a:xfrm>
            <a:off x="200025" y="836712"/>
            <a:ext cx="9504000" cy="5616575"/>
          </a:xfrm>
          <a:prstGeom prst="rect">
            <a:avLst/>
          </a:prstGeom>
        </p:spPr>
        <p:txBody>
          <a:bodyPr vert="horz" lIns="90000" tIns="46800" rIns="90000" bIns="46800" rtlCol="0">
            <a:noAutofit/>
          </a:bodyPr>
          <a:lstStyle>
            <a:lvl1pPr marL="187200" indent="-187200" algn="l" defTabSz="914400" rtl="0" eaLnBrk="1" fontAlgn="ctr" latinLnBrk="0" hangingPunct="1">
              <a:lnSpc>
                <a:spcPct val="100000"/>
              </a:lnSpc>
              <a:spcBef>
                <a:spcPts val="576"/>
              </a:spcBef>
              <a:buClr>
                <a:srgbClr val="000F78"/>
              </a:buClr>
              <a:buFont typeface="Wingdings" panose="05000000000000000000" pitchFamily="2" charset="2"/>
              <a:buChar char="n"/>
              <a:defRPr kumimoji="1" sz="1600" kern="1200" baseline="0">
                <a:solidFill>
                  <a:schemeClr val="tx1"/>
                </a:solidFill>
                <a:latin typeface="+mn-ea"/>
                <a:ea typeface="+mn-ea"/>
                <a:cs typeface="+mn-cs"/>
              </a:defRPr>
            </a:lvl1pPr>
            <a:lvl2pPr marL="609600" indent="-230188" algn="l" defTabSz="914400" rtl="0" eaLnBrk="1" fontAlgn="ctr" latinLnBrk="0" hangingPunct="1">
              <a:lnSpc>
                <a:spcPct val="100000"/>
              </a:lnSpc>
              <a:spcBef>
                <a:spcPts val="504"/>
              </a:spcBef>
              <a:buClr>
                <a:srgbClr val="000F78"/>
              </a:buClr>
              <a:buFont typeface="Wingdings" panose="05000000000000000000" pitchFamily="2" charset="2"/>
              <a:buChar char="l"/>
              <a:tabLst/>
              <a:defRPr kumimoji="1" sz="1400" kern="1200">
                <a:solidFill>
                  <a:schemeClr val="tx1"/>
                </a:solidFill>
                <a:latin typeface="+mn-ea"/>
                <a:ea typeface="+mn-ea"/>
                <a:cs typeface="+mn-cs"/>
              </a:defRPr>
            </a:lvl2pPr>
            <a:lvl3pPr marL="984250" indent="-196850" algn="l" defTabSz="914400" rtl="0" eaLnBrk="1" fontAlgn="ctr" latinLnBrk="0" hangingPunct="1">
              <a:lnSpc>
                <a:spcPct val="100000"/>
              </a:lnSpc>
              <a:spcBef>
                <a:spcPts val="24"/>
              </a:spcBef>
              <a:buClr>
                <a:srgbClr val="000F78"/>
              </a:buClr>
              <a:buFont typeface="Arial" panose="020B0604020202020204" pitchFamily="34" charset="0"/>
              <a:buChar char="•"/>
              <a:tabLst/>
              <a:defRPr kumimoji="1" sz="1400" kern="1200">
                <a:solidFill>
                  <a:schemeClr val="tx1"/>
                </a:solidFill>
                <a:latin typeface="+mn-ea"/>
                <a:ea typeface="+mn-ea"/>
                <a:cs typeface="+mn-cs"/>
              </a:defRPr>
            </a:lvl3pPr>
            <a:lvl4pPr marL="1355725" indent="-190500" algn="l" defTabSz="914400" rtl="0" eaLnBrk="1" fontAlgn="ctr" latinLnBrk="0" hangingPunct="1">
              <a:lnSpc>
                <a:spcPct val="100000"/>
              </a:lnSpc>
              <a:spcBef>
                <a:spcPts val="216"/>
              </a:spcBef>
              <a:buClr>
                <a:srgbClr val="000F78"/>
              </a:buClr>
              <a:buFont typeface="Yu Gothic UI" panose="020B0500000000000000" pitchFamily="50" charset="-128"/>
              <a:buChar char="•"/>
              <a:tabLst/>
              <a:defRPr kumimoji="1" sz="1200" kern="1200">
                <a:solidFill>
                  <a:schemeClr val="tx1"/>
                </a:solidFill>
                <a:latin typeface="+mn-ea"/>
                <a:ea typeface="+mn-ea"/>
                <a:cs typeface="+mn-cs"/>
              </a:defRPr>
            </a:lvl4pPr>
            <a:lvl5pPr marL="1674813" indent="-184150" algn="l" defTabSz="914400" rtl="0" eaLnBrk="1" fontAlgn="ctr" latinLnBrk="0" hangingPunct="1">
              <a:lnSpc>
                <a:spcPct val="100000"/>
              </a:lnSpc>
              <a:spcBef>
                <a:spcPts val="144"/>
              </a:spcBef>
              <a:buClr>
                <a:srgbClr val="000F78"/>
              </a:buClr>
              <a:buFont typeface="Arial" panose="020B0604020202020204" pitchFamily="34" charset="0"/>
              <a:buChar char="•"/>
              <a:tabLst/>
              <a:defRPr kumimoji="1" sz="1200" kern="1200">
                <a:solidFill>
                  <a:schemeClr val="tx1"/>
                </a:solidFill>
                <a:latin typeface="+mn-ea"/>
                <a:ea typeface="+mn-ea"/>
                <a:cs typeface="+mn-cs"/>
              </a:defRPr>
            </a:lvl5pPr>
            <a:lvl6pPr marL="1990725" indent="-190500" algn="l" defTabSz="914400" rtl="0" eaLnBrk="1" fontAlgn="ctr"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mn-ea"/>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7200" marR="0" lvl="0" indent="-187200" algn="l" defTabSz="914400" rtl="0" eaLnBrk="1" fontAlgn="ctr" latinLnBrk="0" hangingPunct="1">
              <a:lnSpc>
                <a:spcPct val="100000"/>
              </a:lnSpc>
              <a:spcBef>
                <a:spcPts val="576"/>
              </a:spcBef>
              <a:spcAft>
                <a:spcPts val="0"/>
              </a:spcAft>
              <a:buClr>
                <a:srgbClr val="000F78"/>
              </a:buClr>
              <a:buSzTx/>
              <a:buFont typeface="Wingdings" panose="05000000000000000000" pitchFamily="2" charset="2"/>
              <a:buChar char="n"/>
              <a:tabLst/>
              <a:defRPr/>
            </a:pPr>
            <a:endParaRPr kumimoji="1" lang="en-US" altLang="ja-JP" sz="2000" b="1" i="0" u="none" strike="noStrike" kern="1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endParaRPr>
          </a:p>
          <a:p>
            <a:pPr marL="0" marR="0" lvl="0" indent="0" algn="l" defTabSz="914400" rtl="0" eaLnBrk="1" fontAlgn="ctr" latinLnBrk="0" hangingPunct="1">
              <a:lnSpc>
                <a:spcPct val="100000"/>
              </a:lnSpc>
              <a:spcBef>
                <a:spcPts val="576"/>
              </a:spcBef>
              <a:spcAft>
                <a:spcPts val="0"/>
              </a:spcAft>
              <a:buClr>
                <a:srgbClr val="000F78"/>
              </a:buClr>
              <a:buSzTx/>
              <a:buFont typeface="Wingdings" panose="05000000000000000000" pitchFamily="2" charset="2"/>
              <a:buNone/>
              <a:tabLst/>
              <a:defRPr/>
            </a:pPr>
            <a:endParaRPr kumimoji="1" lang="ja-JP" altLang="en-US" sz="1600" b="0" i="0" u="none" strike="noStrike" kern="1200" cap="none" spc="0" normalizeH="0" baseline="0" noProof="0" dirty="0">
              <a:ln>
                <a:noFill/>
              </a:ln>
              <a:solidFill>
                <a:srgbClr val="000000"/>
              </a:solidFill>
              <a:effectLst/>
              <a:uLnTx/>
              <a:uFillTx/>
              <a:latin typeface="Yu Gothic UI"/>
              <a:ea typeface="Yu Gothic UI"/>
              <a:cs typeface="Arial"/>
            </a:endParaRPr>
          </a:p>
        </p:txBody>
      </p:sp>
      <p:sp>
        <p:nvSpPr>
          <p:cNvPr id="6" name="タイトル 2">
            <a:extLst>
              <a:ext uri="{FF2B5EF4-FFF2-40B4-BE49-F238E27FC236}">
                <a16:creationId xmlns:a16="http://schemas.microsoft.com/office/drawing/2014/main" id="{4DAB2674-F2B5-42C5-D2B9-D1100599DB68}"/>
              </a:ext>
            </a:extLst>
          </p:cNvPr>
          <p:cNvSpPr txBox="1">
            <a:spLocks/>
          </p:cNvSpPr>
          <p:nvPr/>
        </p:nvSpPr>
        <p:spPr>
          <a:xfrm>
            <a:off x="201000" y="259200"/>
            <a:ext cx="8691480" cy="380480"/>
          </a:xfrm>
          <a:prstGeom prst="rect">
            <a:avLst/>
          </a:prstGeom>
          <a:blipFill dpi="0" rotWithShape="1">
            <a:blip r:embed="rId2"/>
            <a:srcRect/>
            <a:stretch>
              <a:fillRect/>
            </a:stretch>
          </a:blipFill>
        </p:spPr>
        <p:txBody>
          <a:bodyPr vert="horz" wrap="square" lIns="144000" tIns="36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R="0" lvl="0" algn="l" defTabSz="914400" rtl="0" eaLnBrk="1" fontAlgn="ctr" latinLnBrk="0" hangingPunct="1">
              <a:lnSpc>
                <a:spcPct val="100000"/>
              </a:lnSpc>
              <a:spcBef>
                <a:spcPct val="0"/>
              </a:spcBef>
              <a:spcAft>
                <a:spcPts val="0"/>
              </a:spcAft>
              <a:buClrTx/>
              <a:buSzTx/>
              <a:tabLst/>
              <a:defRPr/>
            </a:pPr>
            <a:r>
              <a:rPr kumimoji="1" lang="ja-JP" altLang="en-US" sz="2000" b="1" i="0" u="none" strike="noStrike" kern="1200" cap="none" spc="0" normalizeH="0" baseline="0" noProof="0" dirty="0">
                <a:ln>
                  <a:noFill/>
                </a:ln>
                <a:solidFill>
                  <a:srgbClr val="000F78"/>
                </a:solidFill>
                <a:effectLst/>
                <a:uLnTx/>
                <a:uFillTx/>
                <a:latin typeface="Yu Gothic UI"/>
                <a:ea typeface="Yu Gothic UI"/>
                <a:cs typeface="Arial"/>
              </a:rPr>
              <a:t>目次</a:t>
            </a:r>
          </a:p>
        </p:txBody>
      </p:sp>
      <p:grpSp>
        <p:nvGrpSpPr>
          <p:cNvPr id="4" name="グループ化 3">
            <a:extLst>
              <a:ext uri="{FF2B5EF4-FFF2-40B4-BE49-F238E27FC236}">
                <a16:creationId xmlns:a16="http://schemas.microsoft.com/office/drawing/2014/main" id="{78ED8C94-1568-A495-3418-5A12745886DB}"/>
              </a:ext>
            </a:extLst>
          </p:cNvPr>
          <p:cNvGrpSpPr/>
          <p:nvPr/>
        </p:nvGrpSpPr>
        <p:grpSpPr>
          <a:xfrm>
            <a:off x="971600" y="1195448"/>
            <a:ext cx="7194117" cy="525018"/>
            <a:chOff x="1363625" y="1195448"/>
            <a:chExt cx="7194117" cy="525018"/>
          </a:xfrm>
        </p:grpSpPr>
        <p:sp>
          <p:nvSpPr>
            <p:cNvPr id="7" name="正方形/長方形 6">
              <a:extLst>
                <a:ext uri="{FF2B5EF4-FFF2-40B4-BE49-F238E27FC236}">
                  <a16:creationId xmlns:a16="http://schemas.microsoft.com/office/drawing/2014/main" id="{83E8CBE0-24B4-C0E6-27AA-7B8A466B5D29}"/>
                </a:ext>
              </a:extLst>
            </p:cNvPr>
            <p:cNvSpPr/>
            <p:nvPr/>
          </p:nvSpPr>
          <p:spPr>
            <a:xfrm>
              <a:off x="1640632" y="1195448"/>
              <a:ext cx="6917110" cy="525018"/>
            </a:xfrm>
            <a:prstGeom prst="rect">
              <a:avLst/>
            </a:prstGeom>
            <a:solidFill>
              <a:srgbClr val="3C64AA">
                <a:lumMod val="20000"/>
                <a:lumOff val="80000"/>
              </a:srgbClr>
            </a:solidFill>
            <a:ln w="6350" cap="flat" cmpd="sng" algn="ctr">
              <a:noFill/>
              <a:prstDash val="solid"/>
              <a:miter lim="800000"/>
            </a:ln>
            <a:effectLst/>
          </p:spPr>
          <p:txBody>
            <a:bodyPr rot="0" spcFirstLastPara="0" vertOverflow="overflow" horzOverflow="overflow" vert="horz" wrap="square" lIns="503998" tIns="36000" rIns="99060" bIns="36000" numCol="1" spcCol="0" rtlCol="0" fromWordArt="0" anchor="ctr" anchorCtr="0" forceAA="0" compatLnSpc="1">
              <a:prstTxWarp prst="textNoShape">
                <a:avLst/>
              </a:prstTxWarp>
              <a:noAutofit/>
            </a:bodyPr>
            <a:lstStyle/>
            <a:p>
              <a:pPr defTabSz="914400" rtl="0" fontAlgn="ctr" hangingPunct="0">
                <a:defRPr/>
              </a:pPr>
              <a:endParaRPr lang="ja-JP" altLang="en-US" sz="2000" dirty="0">
                <a:latin typeface="Yu Gothic UI" panose="020B0500000000000000" pitchFamily="50" charset="-128"/>
                <a:ea typeface="Yu Gothic UI" panose="020B0500000000000000" pitchFamily="50" charset="-128"/>
              </a:endParaRPr>
            </a:p>
          </p:txBody>
        </p:sp>
        <p:sp>
          <p:nvSpPr>
            <p:cNvPr id="8" name="円/楕円 2">
              <a:extLst>
                <a:ext uri="{FF2B5EF4-FFF2-40B4-BE49-F238E27FC236}">
                  <a16:creationId xmlns:a16="http://schemas.microsoft.com/office/drawing/2014/main" id="{A3379F67-2D75-7AF1-FF0A-80616F22B596}"/>
                </a:ext>
              </a:extLst>
            </p:cNvPr>
            <p:cNvSpPr/>
            <p:nvPr/>
          </p:nvSpPr>
          <p:spPr>
            <a:xfrm>
              <a:off x="1363625" y="1195448"/>
              <a:ext cx="525018" cy="525018"/>
            </a:xfrm>
            <a:prstGeom prst="ellipse">
              <a:avLst/>
            </a:prstGeom>
            <a:solidFill>
              <a:srgbClr val="000F78"/>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00" b="1" i="0" u="none" strike="noStrike" kern="1200" cap="none" spc="0" normalizeH="0" baseline="0" noProof="0" dirty="0">
                  <a:ln>
                    <a:noFill/>
                  </a:ln>
                  <a:solidFill>
                    <a:schemeClr val="bg1"/>
                  </a:solidFill>
                  <a:effectLst/>
                  <a:uLnTx/>
                  <a:uFillTx/>
                  <a:latin typeface="Yu Gothic UI"/>
                  <a:ea typeface="Yu Gothic UI"/>
                  <a:cs typeface="+mn-cs"/>
                </a:rPr>
                <a:t>01</a:t>
              </a:r>
              <a:endParaRPr kumimoji="1" lang="en-US" sz="1300" b="1" i="0" u="none" strike="noStrike" kern="1200" cap="none" spc="0" normalizeH="0" baseline="0" noProof="0" dirty="0">
                <a:ln>
                  <a:noFill/>
                </a:ln>
                <a:solidFill>
                  <a:schemeClr val="bg1"/>
                </a:solidFill>
                <a:effectLst/>
                <a:uLnTx/>
                <a:uFillTx/>
                <a:latin typeface="Yu Gothic UI"/>
                <a:ea typeface="Yu Gothic UI"/>
                <a:cs typeface="+mn-cs"/>
              </a:endParaRPr>
            </a:p>
          </p:txBody>
        </p:sp>
      </p:grpSp>
      <p:grpSp>
        <p:nvGrpSpPr>
          <p:cNvPr id="9" name="グループ化 8">
            <a:extLst>
              <a:ext uri="{FF2B5EF4-FFF2-40B4-BE49-F238E27FC236}">
                <a16:creationId xmlns:a16="http://schemas.microsoft.com/office/drawing/2014/main" id="{D6B17B08-39AA-377D-68C8-8DEB2B3A0316}"/>
              </a:ext>
            </a:extLst>
          </p:cNvPr>
          <p:cNvGrpSpPr/>
          <p:nvPr/>
        </p:nvGrpSpPr>
        <p:grpSpPr>
          <a:xfrm>
            <a:off x="971600" y="2192041"/>
            <a:ext cx="7194117" cy="525018"/>
            <a:chOff x="1363625" y="1195448"/>
            <a:chExt cx="7194117" cy="525018"/>
          </a:xfrm>
        </p:grpSpPr>
        <p:sp>
          <p:nvSpPr>
            <p:cNvPr id="10" name="正方形/長方形 9">
              <a:extLst>
                <a:ext uri="{FF2B5EF4-FFF2-40B4-BE49-F238E27FC236}">
                  <a16:creationId xmlns:a16="http://schemas.microsoft.com/office/drawing/2014/main" id="{8C669B8E-4FBC-8C16-CE68-A221BDFB4AF6}"/>
                </a:ext>
              </a:extLst>
            </p:cNvPr>
            <p:cNvSpPr/>
            <p:nvPr/>
          </p:nvSpPr>
          <p:spPr>
            <a:xfrm>
              <a:off x="1640632" y="1195448"/>
              <a:ext cx="6917110" cy="525018"/>
            </a:xfrm>
            <a:prstGeom prst="rect">
              <a:avLst/>
            </a:prstGeom>
            <a:solidFill>
              <a:srgbClr val="3C64AA">
                <a:lumMod val="20000"/>
                <a:lumOff val="80000"/>
              </a:srgbClr>
            </a:solidFill>
            <a:ln w="6350" cap="flat" cmpd="sng" algn="ctr">
              <a:noFill/>
              <a:prstDash val="solid"/>
              <a:miter lim="800000"/>
            </a:ln>
            <a:effectLst/>
          </p:spPr>
          <p:txBody>
            <a:bodyPr rot="0" spcFirstLastPara="0" vertOverflow="overflow" horzOverflow="overflow" vert="horz" wrap="square" lIns="503998" tIns="36000" rIns="99060" bIns="36000" numCol="1" spcCol="0" rtlCol="0" fromWordArt="0" anchor="ctr" anchorCtr="0" forceAA="0" compatLnSpc="1">
              <a:prstTxWarp prst="textNoShape">
                <a:avLst/>
              </a:prstTxWarp>
              <a:noAutofit/>
            </a:bodyPr>
            <a:lstStyle/>
            <a:p>
              <a:pPr defTabSz="914400" rtl="0" fontAlgn="ctr" hangingPunct="0">
                <a:defRPr/>
              </a:pPr>
              <a:endParaRPr kumimoji="1" lang="ja-JP" altLang="en-US" sz="2000" b="1" i="0" u="none" strike="noStrike" kern="1200" cap="none" spc="0" normalizeH="0" baseline="0" noProof="0" dirty="0">
                <a:ln>
                  <a:noFill/>
                </a:ln>
                <a:effectLst/>
                <a:uLnTx/>
                <a:uFillTx/>
                <a:latin typeface="Yu Gothic UI" panose="020B0500000000000000" pitchFamily="50" charset="-128"/>
                <a:ea typeface="Yu Gothic UI" panose="020B0500000000000000" pitchFamily="50" charset="-128"/>
                <a:cs typeface="Arial"/>
              </a:endParaRPr>
            </a:p>
          </p:txBody>
        </p:sp>
        <p:sp>
          <p:nvSpPr>
            <p:cNvPr id="11" name="円/楕円 6">
              <a:extLst>
                <a:ext uri="{FF2B5EF4-FFF2-40B4-BE49-F238E27FC236}">
                  <a16:creationId xmlns:a16="http://schemas.microsoft.com/office/drawing/2014/main" id="{B95A1DC5-3BDA-E6D0-631D-51413CD31207}"/>
                </a:ext>
              </a:extLst>
            </p:cNvPr>
            <p:cNvSpPr/>
            <p:nvPr/>
          </p:nvSpPr>
          <p:spPr>
            <a:xfrm>
              <a:off x="1363625" y="1195448"/>
              <a:ext cx="525018" cy="525018"/>
            </a:xfrm>
            <a:prstGeom prst="ellipse">
              <a:avLst/>
            </a:prstGeom>
            <a:solidFill>
              <a:srgbClr val="000F78"/>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00" b="1" i="0" u="none" strike="noStrike" kern="1200" cap="none" spc="0" normalizeH="0" baseline="0" noProof="0" dirty="0">
                  <a:ln>
                    <a:noFill/>
                  </a:ln>
                  <a:solidFill>
                    <a:schemeClr val="bg1"/>
                  </a:solidFill>
                  <a:effectLst/>
                  <a:uLnTx/>
                  <a:uFillTx/>
                  <a:latin typeface="Yu Gothic UI"/>
                  <a:ea typeface="Yu Gothic UI"/>
                  <a:cs typeface="+mn-cs"/>
                </a:rPr>
                <a:t>02</a:t>
              </a:r>
              <a:endParaRPr kumimoji="1" lang="en-US" sz="1300" b="1" i="0" u="none" strike="noStrike" kern="1200" cap="none" spc="0" normalizeH="0" baseline="0" noProof="0" dirty="0">
                <a:ln>
                  <a:noFill/>
                </a:ln>
                <a:solidFill>
                  <a:schemeClr val="bg1"/>
                </a:solidFill>
                <a:effectLst/>
                <a:uLnTx/>
                <a:uFillTx/>
                <a:latin typeface="Yu Gothic UI"/>
                <a:ea typeface="Yu Gothic UI"/>
                <a:cs typeface="+mn-cs"/>
              </a:endParaRPr>
            </a:p>
          </p:txBody>
        </p:sp>
      </p:grpSp>
      <p:grpSp>
        <p:nvGrpSpPr>
          <p:cNvPr id="21" name="グループ化 20">
            <a:extLst>
              <a:ext uri="{FF2B5EF4-FFF2-40B4-BE49-F238E27FC236}">
                <a16:creationId xmlns:a16="http://schemas.microsoft.com/office/drawing/2014/main" id="{C5DC8D12-410D-7D53-2CD5-D522D35AEDDD}"/>
              </a:ext>
            </a:extLst>
          </p:cNvPr>
          <p:cNvGrpSpPr/>
          <p:nvPr/>
        </p:nvGrpSpPr>
        <p:grpSpPr>
          <a:xfrm>
            <a:off x="974941" y="3191930"/>
            <a:ext cx="7194117" cy="525018"/>
            <a:chOff x="1363625" y="1195448"/>
            <a:chExt cx="7194117" cy="525018"/>
          </a:xfrm>
        </p:grpSpPr>
        <p:sp>
          <p:nvSpPr>
            <p:cNvPr id="22" name="正方形/長方形 21">
              <a:extLst>
                <a:ext uri="{FF2B5EF4-FFF2-40B4-BE49-F238E27FC236}">
                  <a16:creationId xmlns:a16="http://schemas.microsoft.com/office/drawing/2014/main" id="{2AA78130-B73C-7CBE-2E44-D48616EFEC2B}"/>
                </a:ext>
              </a:extLst>
            </p:cNvPr>
            <p:cNvSpPr/>
            <p:nvPr/>
          </p:nvSpPr>
          <p:spPr>
            <a:xfrm>
              <a:off x="1640632" y="1195448"/>
              <a:ext cx="6917110" cy="525018"/>
            </a:xfrm>
            <a:prstGeom prst="rect">
              <a:avLst/>
            </a:prstGeom>
            <a:solidFill>
              <a:srgbClr val="3C64AA">
                <a:lumMod val="20000"/>
                <a:lumOff val="80000"/>
              </a:srgbClr>
            </a:solidFill>
            <a:ln w="6350" cap="flat" cmpd="sng" algn="ctr">
              <a:noFill/>
              <a:prstDash val="solid"/>
              <a:miter lim="800000"/>
            </a:ln>
            <a:effectLst/>
          </p:spPr>
          <p:txBody>
            <a:bodyPr rot="0" spcFirstLastPara="0" vertOverflow="overflow" horzOverflow="overflow" vert="horz" wrap="square" lIns="503998" tIns="36000" rIns="99060" bIns="36000" numCol="1" spcCol="0" rtlCol="0" fromWordArt="0" anchor="ctr" anchorCtr="0" forceAA="0" compatLnSpc="1">
              <a:prstTxWarp prst="textNoShape">
                <a:avLst/>
              </a:prstTxWarp>
              <a:noAutofit/>
            </a:bodyPr>
            <a:lstStyle/>
            <a:p>
              <a:pPr marL="0" marR="0" lvl="0" indent="0" defTabSz="914400" rtl="0" eaLnBrk="1" fontAlgn="ctr" latinLnBrk="0" hangingPunct="0">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srgbClr val="000F78"/>
                </a:solidFill>
                <a:effectLst/>
                <a:uLnTx/>
                <a:uFillTx/>
                <a:latin typeface="Yu Gothic UI" panose="020B0500000000000000" pitchFamily="50" charset="-128"/>
                <a:ea typeface="Yu Gothic UI" panose="020B0500000000000000" pitchFamily="50" charset="-128"/>
                <a:cs typeface="+mn-cs"/>
              </a:endParaRPr>
            </a:p>
          </p:txBody>
        </p:sp>
        <p:sp>
          <p:nvSpPr>
            <p:cNvPr id="23" name="円/楕円 2">
              <a:extLst>
                <a:ext uri="{FF2B5EF4-FFF2-40B4-BE49-F238E27FC236}">
                  <a16:creationId xmlns:a16="http://schemas.microsoft.com/office/drawing/2014/main" id="{BDC1B706-DD48-236C-EB63-3444D7A020AD}"/>
                </a:ext>
              </a:extLst>
            </p:cNvPr>
            <p:cNvSpPr/>
            <p:nvPr/>
          </p:nvSpPr>
          <p:spPr>
            <a:xfrm>
              <a:off x="1363625" y="1195448"/>
              <a:ext cx="525018" cy="525018"/>
            </a:xfrm>
            <a:prstGeom prst="ellipse">
              <a:avLst/>
            </a:prstGeom>
            <a:solidFill>
              <a:srgbClr val="000F78"/>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00" b="1" i="0" u="none" strike="noStrike" kern="1200" cap="none" spc="0" normalizeH="0" baseline="0" noProof="0" dirty="0">
                  <a:ln>
                    <a:noFill/>
                  </a:ln>
                  <a:solidFill>
                    <a:schemeClr val="bg1"/>
                  </a:solidFill>
                  <a:effectLst/>
                  <a:uLnTx/>
                  <a:uFillTx/>
                  <a:latin typeface="Yu Gothic UI"/>
                  <a:ea typeface="Yu Gothic UI"/>
                  <a:cs typeface="+mn-cs"/>
                </a:rPr>
                <a:t>0</a:t>
              </a:r>
              <a:r>
                <a:rPr kumimoji="1" lang="en-US" altLang="ja-JP" sz="1300" b="1" kern="1200" dirty="0">
                  <a:solidFill>
                    <a:schemeClr val="bg1"/>
                  </a:solidFill>
                  <a:latin typeface="Yu Gothic UI"/>
                  <a:ea typeface="Yu Gothic UI"/>
                </a:rPr>
                <a:t>3</a:t>
              </a:r>
              <a:endParaRPr kumimoji="1" lang="en-US" sz="1300" b="1" i="0" u="none" strike="noStrike" kern="1200" cap="none" spc="0" normalizeH="0" baseline="0" noProof="0" dirty="0">
                <a:ln>
                  <a:noFill/>
                </a:ln>
                <a:solidFill>
                  <a:schemeClr val="bg1"/>
                </a:solidFill>
                <a:effectLst/>
                <a:uLnTx/>
                <a:uFillTx/>
                <a:latin typeface="Yu Gothic UI"/>
                <a:ea typeface="Yu Gothic UI"/>
                <a:cs typeface="+mn-cs"/>
              </a:endParaRPr>
            </a:p>
          </p:txBody>
        </p:sp>
      </p:grpSp>
      <p:sp>
        <p:nvSpPr>
          <p:cNvPr id="19" name="テキスト ボックス 18">
            <a:extLst>
              <a:ext uri="{FF2B5EF4-FFF2-40B4-BE49-F238E27FC236}">
                <a16:creationId xmlns:a16="http://schemas.microsoft.com/office/drawing/2014/main" id="{CC81B296-FDFC-498B-CA3C-BBB3A4E5F03D}"/>
              </a:ext>
            </a:extLst>
          </p:cNvPr>
          <p:cNvSpPr txBox="1"/>
          <p:nvPr/>
        </p:nvSpPr>
        <p:spPr>
          <a:xfrm>
            <a:off x="1773625" y="2269884"/>
            <a:ext cx="4851400" cy="369332"/>
          </a:xfrm>
          <a:prstGeom prst="rect">
            <a:avLst/>
          </a:prstGeom>
          <a:noFill/>
        </p:spPr>
        <p:txBody>
          <a:bodyPr wrap="square">
            <a:spAutoFit/>
          </a:bodyPr>
          <a:lstStyle/>
          <a:p>
            <a:r>
              <a:rPr lang="ja-JP" altLang="en-US" dirty="0">
                <a:latin typeface="Yu Gothic UI" panose="020B0500000000000000" pitchFamily="50" charset="-128"/>
                <a:ea typeface="Yu Gothic UI" panose="020B0500000000000000" pitchFamily="50" charset="-128"/>
              </a:rPr>
              <a:t>測定範囲</a:t>
            </a:r>
          </a:p>
        </p:txBody>
      </p:sp>
      <p:sp>
        <p:nvSpPr>
          <p:cNvPr id="24" name="テキスト ボックス 23">
            <a:extLst>
              <a:ext uri="{FF2B5EF4-FFF2-40B4-BE49-F238E27FC236}">
                <a16:creationId xmlns:a16="http://schemas.microsoft.com/office/drawing/2014/main" id="{3C60ABD4-E7D6-4D26-6E39-F3150326E5D1}"/>
              </a:ext>
            </a:extLst>
          </p:cNvPr>
          <p:cNvSpPr txBox="1"/>
          <p:nvPr/>
        </p:nvSpPr>
        <p:spPr>
          <a:xfrm>
            <a:off x="1773625" y="1268688"/>
            <a:ext cx="4851400" cy="369332"/>
          </a:xfrm>
          <a:prstGeom prst="rect">
            <a:avLst/>
          </a:prstGeom>
          <a:noFill/>
        </p:spPr>
        <p:txBody>
          <a:bodyPr wrap="square">
            <a:spAutoFit/>
          </a:bodyPr>
          <a:lstStyle/>
          <a:p>
            <a:r>
              <a:rPr lang="ja-JP" altLang="en-US" dirty="0">
                <a:latin typeface="Yu Gothic UI" panose="020B0500000000000000" pitchFamily="50" charset="-128"/>
                <a:ea typeface="Yu Gothic UI" panose="020B0500000000000000" pitchFamily="50" charset="-128"/>
              </a:rPr>
              <a:t>目的</a:t>
            </a:r>
          </a:p>
        </p:txBody>
      </p:sp>
      <p:sp>
        <p:nvSpPr>
          <p:cNvPr id="28" name="テキスト ボックス 27">
            <a:extLst>
              <a:ext uri="{FF2B5EF4-FFF2-40B4-BE49-F238E27FC236}">
                <a16:creationId xmlns:a16="http://schemas.microsoft.com/office/drawing/2014/main" id="{EBA97FC5-836B-EB2E-E18D-EA85F044C4AB}"/>
              </a:ext>
            </a:extLst>
          </p:cNvPr>
          <p:cNvSpPr txBox="1"/>
          <p:nvPr/>
        </p:nvSpPr>
        <p:spPr>
          <a:xfrm>
            <a:off x="1773625" y="3269773"/>
            <a:ext cx="4851400" cy="369332"/>
          </a:xfrm>
          <a:prstGeom prst="rect">
            <a:avLst/>
          </a:prstGeom>
          <a:noFill/>
        </p:spPr>
        <p:txBody>
          <a:bodyPr wrap="square">
            <a:spAutoFit/>
          </a:bodyPr>
          <a:lstStyle/>
          <a:p>
            <a:r>
              <a:rPr lang="ja-JP" altLang="en-US" dirty="0">
                <a:latin typeface="Yu Gothic UI" panose="020B0500000000000000" pitchFamily="50" charset="-128"/>
                <a:ea typeface="Yu Gothic UI" panose="020B0500000000000000" pitchFamily="50" charset="-128"/>
              </a:rPr>
              <a:t>スコア制</a:t>
            </a:r>
          </a:p>
        </p:txBody>
      </p:sp>
      <p:grpSp>
        <p:nvGrpSpPr>
          <p:cNvPr id="12" name="グループ化 11">
            <a:extLst>
              <a:ext uri="{FF2B5EF4-FFF2-40B4-BE49-F238E27FC236}">
                <a16:creationId xmlns:a16="http://schemas.microsoft.com/office/drawing/2014/main" id="{FF8D28F5-EF82-CB0E-375D-7AB72B4B9632}"/>
              </a:ext>
            </a:extLst>
          </p:cNvPr>
          <p:cNvGrpSpPr/>
          <p:nvPr/>
        </p:nvGrpSpPr>
        <p:grpSpPr>
          <a:xfrm>
            <a:off x="978102" y="4149080"/>
            <a:ext cx="7194117" cy="525018"/>
            <a:chOff x="1363625" y="1195448"/>
            <a:chExt cx="7194117" cy="525018"/>
          </a:xfrm>
        </p:grpSpPr>
        <p:sp>
          <p:nvSpPr>
            <p:cNvPr id="13" name="正方形/長方形 12">
              <a:extLst>
                <a:ext uri="{FF2B5EF4-FFF2-40B4-BE49-F238E27FC236}">
                  <a16:creationId xmlns:a16="http://schemas.microsoft.com/office/drawing/2014/main" id="{229773B0-5231-0FC1-2C7F-4944CFB3AFD7}"/>
                </a:ext>
              </a:extLst>
            </p:cNvPr>
            <p:cNvSpPr/>
            <p:nvPr/>
          </p:nvSpPr>
          <p:spPr>
            <a:xfrm>
              <a:off x="1640632" y="1195448"/>
              <a:ext cx="6917110" cy="525018"/>
            </a:xfrm>
            <a:prstGeom prst="rect">
              <a:avLst/>
            </a:prstGeom>
            <a:solidFill>
              <a:srgbClr val="3C64AA">
                <a:lumMod val="20000"/>
                <a:lumOff val="80000"/>
              </a:srgbClr>
            </a:solidFill>
            <a:ln w="6350" cap="flat" cmpd="sng" algn="ctr">
              <a:noFill/>
              <a:prstDash val="solid"/>
              <a:miter lim="800000"/>
            </a:ln>
            <a:effectLst/>
          </p:spPr>
          <p:txBody>
            <a:bodyPr rot="0" spcFirstLastPara="0" vertOverflow="overflow" horzOverflow="overflow" vert="horz" wrap="square" lIns="503998" tIns="36000" rIns="99060" bIns="36000" numCol="1" spcCol="0" rtlCol="0" fromWordArt="0" anchor="ctr" anchorCtr="0" forceAA="0" compatLnSpc="1">
              <a:prstTxWarp prst="textNoShape">
                <a:avLst/>
              </a:prstTxWarp>
              <a:noAutofit/>
            </a:bodyPr>
            <a:lstStyle/>
            <a:p>
              <a:pPr marL="0" marR="0" lvl="0" indent="0" defTabSz="914400" rtl="0" eaLnBrk="1" fontAlgn="ctr" latinLnBrk="0" hangingPunct="0">
                <a:lnSpc>
                  <a:spcPct val="100000"/>
                </a:lnSpc>
                <a:spcBef>
                  <a:spcPts val="0"/>
                </a:spcBef>
                <a:spcAft>
                  <a:spcPts val="0"/>
                </a:spcAft>
                <a:buClrTx/>
                <a:buSzTx/>
                <a:buFontTx/>
                <a:buNone/>
                <a:tabLst/>
                <a:defRPr/>
              </a:pPr>
              <a:endParaRPr kumimoji="1" lang="ja-JP" altLang="en-US" sz="2000" b="1" i="0" u="none" strike="noStrike" kern="1200" cap="none" spc="0" normalizeH="0" baseline="0" noProof="0" dirty="0">
                <a:ln>
                  <a:noFill/>
                </a:ln>
                <a:solidFill>
                  <a:srgbClr val="000F78"/>
                </a:solidFill>
                <a:effectLst/>
                <a:uLnTx/>
                <a:uFillTx/>
                <a:latin typeface="Yu Gothic UI" panose="020B0500000000000000" pitchFamily="50" charset="-128"/>
                <a:ea typeface="Yu Gothic UI" panose="020B0500000000000000" pitchFamily="50" charset="-128"/>
                <a:cs typeface="+mn-cs"/>
              </a:endParaRPr>
            </a:p>
          </p:txBody>
        </p:sp>
        <p:sp>
          <p:nvSpPr>
            <p:cNvPr id="14" name="円/楕円 2">
              <a:extLst>
                <a:ext uri="{FF2B5EF4-FFF2-40B4-BE49-F238E27FC236}">
                  <a16:creationId xmlns:a16="http://schemas.microsoft.com/office/drawing/2014/main" id="{5C32AB94-75E7-48DE-D4EE-A910EBB4D938}"/>
                </a:ext>
              </a:extLst>
            </p:cNvPr>
            <p:cNvSpPr/>
            <p:nvPr/>
          </p:nvSpPr>
          <p:spPr>
            <a:xfrm>
              <a:off x="1363625" y="1195448"/>
              <a:ext cx="525018" cy="525018"/>
            </a:xfrm>
            <a:prstGeom prst="ellipse">
              <a:avLst/>
            </a:prstGeom>
            <a:solidFill>
              <a:srgbClr val="000F78"/>
            </a:solidFill>
            <a:ln w="63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300" b="1" i="0" u="none" strike="noStrike" kern="1200" cap="none" spc="0" normalizeH="0" baseline="0" noProof="0" dirty="0">
                  <a:ln>
                    <a:noFill/>
                  </a:ln>
                  <a:solidFill>
                    <a:schemeClr val="bg1"/>
                  </a:solidFill>
                  <a:effectLst/>
                  <a:uLnTx/>
                  <a:uFillTx/>
                  <a:latin typeface="Yu Gothic UI"/>
                  <a:ea typeface="Yu Gothic UI"/>
                  <a:cs typeface="+mn-cs"/>
                </a:rPr>
                <a:t>04</a:t>
              </a:r>
              <a:endParaRPr kumimoji="1" lang="en-US" sz="1300" b="1" i="0" u="none" strike="noStrike" kern="1200" cap="none" spc="0" normalizeH="0" baseline="0" noProof="0" dirty="0">
                <a:ln>
                  <a:noFill/>
                </a:ln>
                <a:solidFill>
                  <a:schemeClr val="bg1"/>
                </a:solidFill>
                <a:effectLst/>
                <a:uLnTx/>
                <a:uFillTx/>
                <a:latin typeface="Yu Gothic UI"/>
                <a:ea typeface="Yu Gothic UI"/>
                <a:cs typeface="+mn-cs"/>
              </a:endParaRPr>
            </a:p>
          </p:txBody>
        </p:sp>
      </p:grpSp>
      <p:sp>
        <p:nvSpPr>
          <p:cNvPr id="16" name="テキスト ボックス 15">
            <a:extLst>
              <a:ext uri="{FF2B5EF4-FFF2-40B4-BE49-F238E27FC236}">
                <a16:creationId xmlns:a16="http://schemas.microsoft.com/office/drawing/2014/main" id="{EBD045A3-17F8-AD97-3346-B6041A89B212}"/>
              </a:ext>
            </a:extLst>
          </p:cNvPr>
          <p:cNvSpPr txBox="1"/>
          <p:nvPr/>
        </p:nvSpPr>
        <p:spPr>
          <a:xfrm>
            <a:off x="1772289" y="4226923"/>
            <a:ext cx="4852736" cy="369332"/>
          </a:xfrm>
          <a:prstGeom prst="rect">
            <a:avLst/>
          </a:prstGeom>
          <a:noFill/>
        </p:spPr>
        <p:txBody>
          <a:bodyPr wrap="square">
            <a:spAutoFit/>
          </a:bodyPr>
          <a:lstStyle/>
          <a:p>
            <a:r>
              <a:rPr lang="en-US" altLang="ja-JP" dirty="0">
                <a:latin typeface="Yu Gothic UI" panose="020B0500000000000000" pitchFamily="50" charset="-128"/>
                <a:ea typeface="Yu Gothic UI" panose="020B0500000000000000" pitchFamily="50" charset="-128"/>
              </a:rPr>
              <a:t>BJT</a:t>
            </a:r>
            <a:r>
              <a:rPr lang="ja-JP" altLang="en-US" dirty="0">
                <a:latin typeface="Yu Gothic UI" panose="020B0500000000000000" pitchFamily="50" charset="-128"/>
                <a:ea typeface="Yu Gothic UI" panose="020B0500000000000000" pitchFamily="50" charset="-128"/>
              </a:rPr>
              <a:t>（ビジネス日本語能力テスト）とは？</a:t>
            </a:r>
          </a:p>
        </p:txBody>
      </p:sp>
    </p:spTree>
    <p:extLst>
      <p:ext uri="{BB962C8B-B14F-4D97-AF65-F5344CB8AC3E}">
        <p14:creationId xmlns:p14="http://schemas.microsoft.com/office/powerpoint/2010/main" val="212112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292A803-95DA-CCE9-F830-17EBDD0A4DF0}"/>
              </a:ext>
            </a:extLst>
          </p:cNvPr>
          <p:cNvSpPr txBox="1">
            <a:spLocks noGrp="1"/>
          </p:cNvSpPr>
          <p:nvPr>
            <p:ph type="title"/>
          </p:nvPr>
        </p:nvSpPr>
        <p:spPr>
          <a:xfrm>
            <a:off x="251520" y="332656"/>
            <a:ext cx="8640960" cy="671292"/>
          </a:xfrm>
          <a:prstGeom prst="rect">
            <a:avLst/>
          </a:prstGeom>
          <a:blipFill dpi="0" rotWithShape="1">
            <a:blip r:embed="rId3"/>
            <a:srcRect/>
            <a:stretch>
              <a:fillRect/>
            </a:stretch>
          </a:blipFill>
        </p:spPr>
        <p:txBody>
          <a:bodyPr vert="horz" wrap="square" lIns="144000" tIns="324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L="0" marR="0" lvl="0" indent="0" algn="l" defTabSz="914400" rtl="0" eaLnBrk="1" fontAlgn="ctr" latinLnBrk="0" hangingPunct="1">
              <a:lnSpc>
                <a:spcPct val="100000"/>
              </a:lnSpc>
              <a:spcBef>
                <a:spcPct val="0"/>
              </a:spcBef>
              <a:spcAft>
                <a:spcPts val="0"/>
              </a:spcAft>
              <a:buClrTx/>
              <a:buSzTx/>
              <a:buFontTx/>
              <a:buNone/>
              <a:tabLst/>
              <a:defRPr/>
            </a:pPr>
            <a:r>
              <a:rPr lang="ja-JP" altLang="en-US" dirty="0">
                <a:latin typeface="Yu Gothic UI"/>
                <a:ea typeface="Yu Gothic UI"/>
              </a:rPr>
              <a:t>１．目的</a:t>
            </a:r>
            <a:endParaRPr kumimoji="1" lang="ja-JP" altLang="en-US" sz="2000" b="1" i="0" u="none" strike="noStrike" kern="1200" cap="none" spc="0" normalizeH="0" baseline="0" noProof="0" dirty="0">
              <a:ln>
                <a:noFill/>
              </a:ln>
              <a:solidFill>
                <a:srgbClr val="000F78"/>
              </a:solidFill>
              <a:effectLst/>
              <a:uLnTx/>
              <a:uFillTx/>
              <a:latin typeface="Yu Gothic UI"/>
              <a:ea typeface="Yu Gothic UI"/>
              <a:cs typeface="+mj-cs"/>
            </a:endParaRPr>
          </a:p>
        </p:txBody>
      </p:sp>
      <p:sp>
        <p:nvSpPr>
          <p:cNvPr id="6" name="フッター プレースホルダー 3">
            <a:extLst>
              <a:ext uri="{FF2B5EF4-FFF2-40B4-BE49-F238E27FC236}">
                <a16:creationId xmlns:a16="http://schemas.microsoft.com/office/drawing/2014/main" id="{40A6E6D1-FC69-FDD1-162D-34D346693584}"/>
              </a:ext>
            </a:extLst>
          </p:cNvPr>
          <p:cNvSpPr txBox="1">
            <a:spLocks/>
          </p:cNvSpPr>
          <p:nvPr/>
        </p:nvSpPr>
        <p:spPr bwMode="auto">
          <a:xfrm>
            <a:off x="3028950" y="6356350"/>
            <a:ext cx="3086100" cy="365125"/>
          </a:xfrm>
          <a:prstGeom prst="rect">
            <a:avLst/>
          </a:prstGeom>
        </p:spPr>
        <p:txBody>
          <a:bodyPr vert="horz" lIns="91440" tIns="45720" rIns="91440" bIns="45720" rtlCol="0" anchor="ctr"/>
          <a:lstStyle>
            <a:defPPr>
              <a:defRPr lang="en-US"/>
            </a:defPPr>
            <a:lvl1pPr marL="0" algn="ct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r>
              <a:rPr lang="en-US" dirty="0" err="1">
                <a:solidFill>
                  <a:prstClr val="black">
                    <a:tint val="75000"/>
                  </a:prstClr>
                </a:solidFill>
                <a:latin typeface="Arial"/>
                <a:cs typeface="Arial"/>
              </a:rPr>
              <a:t>Copyright©Zhiming</a:t>
            </a:r>
            <a:r>
              <a:rPr lang="en-US" dirty="0">
                <a:solidFill>
                  <a:prstClr val="black">
                    <a:tint val="75000"/>
                  </a:prstClr>
                </a:solidFill>
                <a:latin typeface="Arial"/>
                <a:cs typeface="Arial"/>
              </a:rPr>
              <a:t> Software Japan, Ltd. All rights reserved.</a:t>
            </a:r>
            <a:endParaRPr lang="ja-JP" altLang="en-US" dirty="0">
              <a:solidFill>
                <a:prstClr val="black">
                  <a:tint val="75000"/>
                </a:prstClr>
              </a:solidFill>
              <a:latin typeface="Arial"/>
              <a:cs typeface="Arial"/>
            </a:endParaRPr>
          </a:p>
        </p:txBody>
      </p:sp>
      <p:sp>
        <p:nvSpPr>
          <p:cNvPr id="7" name="スライド番号プレースホルダー 4">
            <a:extLst>
              <a:ext uri="{FF2B5EF4-FFF2-40B4-BE49-F238E27FC236}">
                <a16:creationId xmlns:a16="http://schemas.microsoft.com/office/drawing/2014/main" id="{AF9ECE11-ACE6-0846-C345-FCCF5B90F17F}"/>
              </a:ext>
            </a:extLst>
          </p:cNvPr>
          <p:cNvSpPr txBox="1">
            <a:spLocks/>
          </p:cNvSpPr>
          <p:nvPr/>
        </p:nvSpPr>
        <p:spPr bwMode="auto">
          <a:xfrm>
            <a:off x="6835080" y="6356350"/>
            <a:ext cx="2057400" cy="365125"/>
          </a:xfrm>
          <a:prstGeom prst="rect">
            <a:avLst/>
          </a:prstGeom>
        </p:spPr>
        <p:txBody>
          <a:bodyPr vert="horz" lIns="91440" tIns="45720" rIns="91440" bIns="45720" rtlCol="0" anchor="ctr"/>
          <a:lstStyle>
            <a:defPPr>
              <a:defRPr lang="en-US"/>
            </a:defPPr>
            <a:lvl1pPr marL="0" algn="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fld id="{D1AEFF64-B9BB-4FAF-9A06-386313EB5484}" type="slidenum">
              <a:rPr lang="en-US" altLang="ja-JP" smtClean="0">
                <a:solidFill>
                  <a:prstClr val="black">
                    <a:tint val="75000"/>
                  </a:prstClr>
                </a:solidFill>
                <a:latin typeface="Arial"/>
                <a:cs typeface="Arial"/>
              </a:rPr>
              <a:pPr>
                <a:defRPr/>
              </a:pPr>
              <a:t>3</a:t>
            </a:fld>
            <a:endParaRPr lang="ja-JP" altLang="en-US" dirty="0">
              <a:solidFill>
                <a:prstClr val="black">
                  <a:tint val="75000"/>
                </a:prstClr>
              </a:solidFill>
              <a:latin typeface="Arial"/>
              <a:cs typeface="Arial"/>
            </a:endParaRPr>
          </a:p>
        </p:txBody>
      </p:sp>
      <p:sp>
        <p:nvSpPr>
          <p:cNvPr id="8" name="テキスト プレースホルダー 3">
            <a:extLst>
              <a:ext uri="{FF2B5EF4-FFF2-40B4-BE49-F238E27FC236}">
                <a16:creationId xmlns:a16="http://schemas.microsoft.com/office/drawing/2014/main" id="{16147945-117E-260E-A472-71A0171EFCE5}"/>
              </a:ext>
            </a:extLst>
          </p:cNvPr>
          <p:cNvSpPr txBox="1">
            <a:spLocks/>
          </p:cNvSpPr>
          <p:nvPr/>
        </p:nvSpPr>
        <p:spPr>
          <a:xfrm>
            <a:off x="251520" y="326974"/>
            <a:ext cx="8640960" cy="288925"/>
          </a:xfrm>
          <a:prstGeom prst="rect">
            <a:avLst/>
          </a:prstGeom>
        </p:spPr>
        <p:txBody>
          <a:bodyPr vert="horz" lIns="144000" tIns="46800" rIns="0" bIns="36000" rtlCol="0" anchor="b" anchorCtr="0">
            <a:noAutofit/>
          </a:bodyPr>
          <a:lstStyle>
            <a:lvl1pPr marL="0" indent="0" algn="l" defTabSz="914400" rtl="0" eaLnBrk="1" fontAlgn="ctr" latinLnBrk="0" hangingPunct="1">
              <a:lnSpc>
                <a:spcPct val="100000"/>
              </a:lnSpc>
              <a:spcBef>
                <a:spcPct val="0"/>
              </a:spcBef>
              <a:buClr>
                <a:srgbClr val="000F78"/>
              </a:buClr>
              <a:buFont typeface="Wingdings" panose="05000000000000000000" pitchFamily="2" charset="2"/>
              <a:buNone/>
              <a:defRPr kumimoji="1" lang="ja-JP" altLang="en-US" sz="1400" b="1" i="0" kern="1200" baseline="0" dirty="0" smtClean="0">
                <a:solidFill>
                  <a:srgbClr val="000F78"/>
                </a:solidFill>
                <a:latin typeface="+mj-ea"/>
                <a:ea typeface="+mj-ea"/>
                <a:cs typeface="+mj-cs"/>
              </a:defRPr>
            </a:lvl1pPr>
            <a:lvl2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a:solidFill>
                  <a:srgbClr val="000F78"/>
                </a:solidFill>
                <a:latin typeface="Yu Gothic UI" panose="020B0500000000000000" pitchFamily="50" charset="-128"/>
                <a:ea typeface="Yu Gothic UI" panose="020B0500000000000000" pitchFamily="50" charset="-128"/>
                <a:cs typeface="+mj-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ctr" latinLnBrk="0" hangingPunct="1">
              <a:lnSpc>
                <a:spcPct val="100000"/>
              </a:lnSpc>
              <a:spcBef>
                <a:spcPct val="0"/>
              </a:spcBef>
              <a:spcAft>
                <a:spcPts val="0"/>
              </a:spcAft>
              <a:buClr>
                <a:srgbClr val="000F78"/>
              </a:buClr>
              <a:buSzTx/>
              <a:buFont typeface="Wingdings" panose="05000000000000000000" pitchFamily="2" charset="2"/>
              <a:buNone/>
              <a:tabLst/>
              <a:defRPr/>
            </a:pP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BJT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（ビジネス日本語能力テスト）と</a:t>
            </a: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JLPT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（日本語能力試験）の相違点</a:t>
            </a:r>
          </a:p>
        </p:txBody>
      </p:sp>
      <p:sp>
        <p:nvSpPr>
          <p:cNvPr id="9" name="コンテンツ プレースホルダー 5">
            <a:extLst>
              <a:ext uri="{FF2B5EF4-FFF2-40B4-BE49-F238E27FC236}">
                <a16:creationId xmlns:a16="http://schemas.microsoft.com/office/drawing/2014/main" id="{E255B38A-C100-FA0E-4641-7FA483F0BBFF}"/>
              </a:ext>
            </a:extLst>
          </p:cNvPr>
          <p:cNvSpPr txBox="1">
            <a:spLocks/>
          </p:cNvSpPr>
          <p:nvPr/>
        </p:nvSpPr>
        <p:spPr>
          <a:xfrm>
            <a:off x="357579" y="1133473"/>
            <a:ext cx="8548439" cy="5231606"/>
          </a:xfrm>
          <a:prstGeom prst="rect">
            <a:avLst/>
          </a:prstGeom>
        </p:spPr>
        <p:txBody>
          <a:bodyPr vert="horz" lIns="90000" tIns="46800" rIns="90000" bIns="46800" rtlCol="0">
            <a:noAutofit/>
          </a:bodyPr>
          <a:lstStyle>
            <a:lvl1pPr marL="187200" indent="-187200" algn="l" defTabSz="914400" rtl="0" eaLnBrk="1" latinLnBrk="0" hangingPunct="1">
              <a:lnSpc>
                <a:spcPct val="100000"/>
              </a:lnSpc>
              <a:spcBef>
                <a:spcPts val="576"/>
              </a:spcBef>
              <a:buClr>
                <a:srgbClr val="000F78"/>
              </a:buClr>
              <a:buFont typeface="Wingdings" panose="05000000000000000000" pitchFamily="2" charset="2"/>
              <a:buChar char="n"/>
              <a:defRPr kumimoji="1" sz="1600" kern="1200" baseline="0">
                <a:solidFill>
                  <a:schemeClr val="tx1"/>
                </a:solidFill>
                <a:latin typeface="Yu Gothic UI" panose="020B0500000000000000" pitchFamily="50" charset="-128"/>
                <a:ea typeface="Yu Gothic UI" panose="020B0500000000000000" pitchFamily="50" charset="-128"/>
                <a:cs typeface="+mn-cs"/>
              </a:defRPr>
            </a:lvl1pPr>
            <a:lvl2pPr marL="609600" indent="-230188" algn="l" defTabSz="914400" rtl="0" eaLnBrk="1" latinLnBrk="0" hangingPunct="1">
              <a:lnSpc>
                <a:spcPct val="100000"/>
              </a:lnSpc>
              <a:spcBef>
                <a:spcPts val="504"/>
              </a:spcBef>
              <a:buClr>
                <a:srgbClr val="000F78"/>
              </a:buClr>
              <a:buFont typeface="Wingdings" panose="05000000000000000000" pitchFamily="2" charset="2"/>
              <a:buChar char="l"/>
              <a:tabLst/>
              <a:defRPr kumimoji="1" sz="1400" kern="1200">
                <a:solidFill>
                  <a:schemeClr val="tx1"/>
                </a:solidFill>
                <a:latin typeface="Yu Gothic UI" panose="020B0500000000000000" pitchFamily="50" charset="-128"/>
                <a:ea typeface="Yu Gothic UI" panose="020B0500000000000000" pitchFamily="50" charset="-128"/>
                <a:cs typeface="+mn-cs"/>
              </a:defRPr>
            </a:lvl2pPr>
            <a:lvl3pPr marL="984250" indent="-196850" algn="l" defTabSz="914400" rtl="0" eaLnBrk="1" latinLnBrk="0" hangingPunct="1">
              <a:lnSpc>
                <a:spcPct val="100000"/>
              </a:lnSpc>
              <a:spcBef>
                <a:spcPts val="24"/>
              </a:spcBef>
              <a:buClr>
                <a:srgbClr val="000F78"/>
              </a:buClr>
              <a:buFont typeface="Arial" panose="020B0604020202020204" pitchFamily="34" charset="0"/>
              <a:buChar char="•"/>
              <a:tabLst/>
              <a:defRPr kumimoji="1" sz="1400" kern="1200">
                <a:solidFill>
                  <a:schemeClr val="tx1"/>
                </a:solidFill>
                <a:latin typeface="Yu Gothic UI" panose="020B0500000000000000" pitchFamily="50" charset="-128"/>
                <a:ea typeface="Yu Gothic UI" panose="020B0500000000000000" pitchFamily="50" charset="-128"/>
                <a:cs typeface="+mn-cs"/>
              </a:defRPr>
            </a:lvl3pPr>
            <a:lvl4pPr marL="1355725" indent="-190500" algn="l" defTabSz="914400" rtl="0" eaLnBrk="1" latinLnBrk="0" hangingPunct="1">
              <a:lnSpc>
                <a:spcPct val="100000"/>
              </a:lnSpc>
              <a:spcBef>
                <a:spcPts val="216"/>
              </a:spcBef>
              <a:buClr>
                <a:srgbClr val="000F78"/>
              </a:buClr>
              <a:buFont typeface="Yu Gothic UI" panose="020B0500000000000000" pitchFamily="50" charset="-128"/>
              <a:buChar char="•"/>
              <a:tabLst/>
              <a:defRPr kumimoji="1" sz="1200" kern="1200">
                <a:solidFill>
                  <a:schemeClr val="tx1"/>
                </a:solidFill>
                <a:latin typeface="Yu Gothic UI" panose="020B0500000000000000" pitchFamily="50" charset="-128"/>
                <a:ea typeface="Yu Gothic UI" panose="020B0500000000000000" pitchFamily="50" charset="-128"/>
                <a:cs typeface="+mn-cs"/>
              </a:defRPr>
            </a:lvl4pPr>
            <a:lvl5pPr marL="1674813" indent="-184150" algn="l" defTabSz="914400" rtl="0" eaLnBrk="1" latinLnBrk="0" hangingPunct="1">
              <a:lnSpc>
                <a:spcPct val="100000"/>
              </a:lnSpc>
              <a:spcBef>
                <a:spcPts val="144"/>
              </a:spcBef>
              <a:buClr>
                <a:srgbClr val="000F78"/>
              </a:buClr>
              <a:buFont typeface="Arial" panose="020B0604020202020204" pitchFamily="34" charset="0"/>
              <a:buChar char="•"/>
              <a:tabLst/>
              <a:defRPr kumimoji="1" sz="1200" kern="1200">
                <a:solidFill>
                  <a:schemeClr val="tx1"/>
                </a:solidFill>
                <a:latin typeface="Yu Gothic UI" panose="020B0500000000000000" pitchFamily="50" charset="-128"/>
                <a:ea typeface="Yu Gothic UI" panose="020B0500000000000000" pitchFamily="50" charset="-128"/>
                <a:cs typeface="+mn-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en-US" altLang="ja-JP" dirty="0">
                <a:latin typeface="Meiryo UI" panose="020B0604030504040204" pitchFamily="50" charset="-128"/>
                <a:ea typeface="Meiryo UI" panose="020B0604030504040204" pitchFamily="50" charset="-128"/>
              </a:rPr>
              <a:t>BJT</a:t>
            </a:r>
            <a:r>
              <a:rPr lang="ja-JP" altLang="en-US" dirty="0">
                <a:latin typeface="Meiryo UI" panose="020B0604030504040204" pitchFamily="50" charset="-128"/>
                <a:ea typeface="Meiryo UI" panose="020B0604030504040204" pitchFamily="50" charset="-128"/>
              </a:rPr>
              <a:t>は、日本語の</a:t>
            </a:r>
            <a:r>
              <a:rPr lang="ja-JP" altLang="en-US" b="1" dirty="0">
                <a:latin typeface="Meiryo UI" panose="020B0604030504040204" pitchFamily="50" charset="-128"/>
                <a:ea typeface="Meiryo UI" panose="020B0604030504040204" pitchFamily="50" charset="-128"/>
              </a:rPr>
              <a:t>基礎的な知識があることを前提</a:t>
            </a:r>
            <a:r>
              <a:rPr lang="ja-JP" altLang="en-US" dirty="0">
                <a:latin typeface="Meiryo UI" panose="020B0604030504040204" pitchFamily="50" charset="-128"/>
                <a:ea typeface="Meiryo UI" panose="020B0604030504040204" pitchFamily="50" charset="-128"/>
              </a:rPr>
              <a:t>として、</a:t>
            </a:r>
            <a:endParaRPr lang="en-US" altLang="ja-JP" dirty="0">
              <a:latin typeface="Meiryo UI" panose="020B0604030504040204" pitchFamily="50" charset="-128"/>
              <a:ea typeface="Meiryo UI" panose="020B0604030504040204" pitchFamily="50" charset="-128"/>
            </a:endParaRPr>
          </a:p>
          <a:p>
            <a:pPr marL="0" indent="0">
              <a:buFont typeface="Wingdings" panose="05000000000000000000" pitchFamily="2" charset="2"/>
              <a:buNone/>
            </a:pPr>
            <a:r>
              <a:rPr lang="ja-JP" altLang="en-US" b="1" dirty="0">
                <a:latin typeface="Meiryo UI" panose="020B0604030504040204" pitchFamily="50" charset="-128"/>
                <a:ea typeface="Meiryo UI" panose="020B0604030504040204" pitchFamily="50" charset="-128"/>
              </a:rPr>
              <a:t>与えられた情報を適切に処理し、対応することのできる能力</a:t>
            </a:r>
            <a:r>
              <a:rPr lang="ja-JP" altLang="en-US" dirty="0">
                <a:latin typeface="Meiryo UI" panose="020B0604030504040204" pitchFamily="50" charset="-128"/>
                <a:ea typeface="Meiryo UI" panose="020B0604030504040204" pitchFamily="50" charset="-128"/>
              </a:rPr>
              <a:t>を、客観的に測定するテスト</a:t>
            </a:r>
            <a:endParaRPr lang="en-US" altLang="ja-JP" dirty="0">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EB0F2594-0743-1E0C-DA33-A3A4D865BA08}"/>
              </a:ext>
            </a:extLst>
          </p:cNvPr>
          <p:cNvPicPr>
            <a:picLocks noChangeAspect="1"/>
          </p:cNvPicPr>
          <p:nvPr/>
        </p:nvPicPr>
        <p:blipFill>
          <a:blip r:embed="rId4"/>
          <a:stretch>
            <a:fillRect/>
          </a:stretch>
        </p:blipFill>
        <p:spPr>
          <a:xfrm>
            <a:off x="251520" y="1834158"/>
            <a:ext cx="4341902" cy="3268048"/>
          </a:xfrm>
          <a:prstGeom prst="rect">
            <a:avLst/>
          </a:prstGeom>
        </p:spPr>
      </p:pic>
      <p:sp>
        <p:nvSpPr>
          <p:cNvPr id="11" name="吹き出し: 円形 10">
            <a:extLst>
              <a:ext uri="{FF2B5EF4-FFF2-40B4-BE49-F238E27FC236}">
                <a16:creationId xmlns:a16="http://schemas.microsoft.com/office/drawing/2014/main" id="{DEE753EE-4728-44F8-AC54-20527EF191B8}"/>
              </a:ext>
            </a:extLst>
          </p:cNvPr>
          <p:cNvSpPr/>
          <p:nvPr/>
        </p:nvSpPr>
        <p:spPr>
          <a:xfrm>
            <a:off x="4032614" y="1923251"/>
            <a:ext cx="1503612" cy="959906"/>
          </a:xfrm>
          <a:prstGeom prst="wedgeEllipseCallout">
            <a:avLst>
              <a:gd name="adj1" fmla="val -55844"/>
              <a:gd name="adj2" fmla="val 31073"/>
            </a:avLst>
          </a:prstGeom>
          <a:solidFill>
            <a:srgbClr val="F59637">
              <a:lumMod val="40000"/>
              <a:lumOff val="60000"/>
            </a:srgbClr>
          </a:solidFill>
          <a:ln w="6350" cap="flat" cmpd="sng" algn="ctr">
            <a:solidFill>
              <a:srgbClr val="000000"/>
            </a:solidFill>
            <a:prstDash val="solid"/>
            <a:miter lim="800000"/>
          </a:ln>
          <a:effectLst/>
        </p:spPr>
        <p:txBody>
          <a:bodyPr rtlCol="0" anchor="ctr">
            <a:normAutofit fontScale="850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実践力を測る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知識と技能を</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「使える」</a:t>
            </a:r>
            <a:endParaRPr kumimoji="1" lang="en-US" altLang="ja-JP" sz="14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pic>
        <p:nvPicPr>
          <p:cNvPr id="12" name="図 11">
            <a:extLst>
              <a:ext uri="{FF2B5EF4-FFF2-40B4-BE49-F238E27FC236}">
                <a16:creationId xmlns:a16="http://schemas.microsoft.com/office/drawing/2014/main" id="{A4145106-3762-300C-34A3-0FB2CBC2285D}"/>
              </a:ext>
            </a:extLst>
          </p:cNvPr>
          <p:cNvPicPr>
            <a:picLocks noChangeAspect="1"/>
          </p:cNvPicPr>
          <p:nvPr/>
        </p:nvPicPr>
        <p:blipFill>
          <a:blip r:embed="rId5"/>
          <a:stretch>
            <a:fillRect/>
          </a:stretch>
        </p:blipFill>
        <p:spPr>
          <a:xfrm>
            <a:off x="4716016" y="3851044"/>
            <a:ext cx="4278537" cy="2322635"/>
          </a:xfrm>
          <a:prstGeom prst="rect">
            <a:avLst/>
          </a:prstGeom>
        </p:spPr>
      </p:pic>
      <p:sp>
        <p:nvSpPr>
          <p:cNvPr id="13" name="テキスト ボックス 12">
            <a:extLst>
              <a:ext uri="{FF2B5EF4-FFF2-40B4-BE49-F238E27FC236}">
                <a16:creationId xmlns:a16="http://schemas.microsoft.com/office/drawing/2014/main" id="{86A888F4-DB8B-2FCE-106F-F8E4E4096C00}"/>
              </a:ext>
            </a:extLst>
          </p:cNvPr>
          <p:cNvSpPr txBox="1"/>
          <p:nvPr/>
        </p:nvSpPr>
        <p:spPr>
          <a:xfrm>
            <a:off x="5148064" y="3153425"/>
            <a:ext cx="3700440" cy="514949"/>
          </a:xfrm>
          <a:prstGeom prst="rect">
            <a:avLst/>
          </a:prstGeom>
          <a:noFill/>
        </p:spPr>
        <p:txBody>
          <a:bodyPr wrap="square" rtlCol="0">
            <a:normAutofit/>
          </a:bodyPr>
          <a:lstStyle/>
          <a:p>
            <a:pPr defTabSz="914400" rtl="0">
              <a:lnSpc>
                <a:spcPct val="120000"/>
              </a:lnSpc>
              <a:defRPr/>
            </a:pPr>
            <a:r>
              <a:rPr kumimoji="1" lang="en-US" altLang="ja-JP" sz="1200" kern="1200" dirty="0">
                <a:solidFill>
                  <a:srgbClr val="000000"/>
                </a:solidFill>
                <a:latin typeface="Meiryo UI" panose="020B0604030504040204" pitchFamily="50" charset="-128"/>
                <a:ea typeface="Meiryo UI" panose="020B0604030504040204" pitchFamily="50" charset="-128"/>
              </a:rPr>
              <a:t>BJT</a:t>
            </a:r>
            <a:r>
              <a:rPr kumimoji="1" lang="ja-JP" altLang="en-US" sz="1200" kern="1200" dirty="0">
                <a:solidFill>
                  <a:srgbClr val="000000"/>
                </a:solidFill>
                <a:latin typeface="Meiryo UI" panose="020B0604030504040204" pitchFamily="50" charset="-128"/>
                <a:ea typeface="Meiryo UI" panose="020B0604030504040204" pitchFamily="50" charset="-128"/>
              </a:rPr>
              <a:t>が測定する能力の対象</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200" kern="1200" dirty="0">
                <a:solidFill>
                  <a:srgbClr val="0092C5"/>
                </a:solidFill>
                <a:latin typeface="Yu Gothic UI"/>
                <a:ea typeface="Yu Gothic UI"/>
                <a:hlinkClick r:id="rId6">
                  <a:extLst>
                    <a:ext uri="{A12FA001-AC4F-418D-AE19-62706E023703}">
                      <ahyp:hlinkClr xmlns:ahyp="http://schemas.microsoft.com/office/drawing/2018/hyperlinkcolor" val="tx"/>
                    </a:ext>
                  </a:extLst>
                </a:hlinkClick>
              </a:rPr>
              <a:t>https://www.kanken.or.jp/bjt/leader/feature.html</a:t>
            </a:r>
            <a:endParaRPr kumimoji="1" lang="en-US" altLang="ja-JP" sz="1200" kern="1200" dirty="0">
              <a:solidFill>
                <a:srgbClr val="000000"/>
              </a:solidFill>
              <a:latin typeface="Yu Gothic UI"/>
              <a:ea typeface="Yu Gothic UI"/>
            </a:endParaRPr>
          </a:p>
        </p:txBody>
      </p:sp>
    </p:spTree>
    <p:extLst>
      <p:ext uri="{BB962C8B-B14F-4D97-AF65-F5344CB8AC3E}">
        <p14:creationId xmlns:p14="http://schemas.microsoft.com/office/powerpoint/2010/main" val="323889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292A803-95DA-CCE9-F830-17EBDD0A4DF0}"/>
              </a:ext>
            </a:extLst>
          </p:cNvPr>
          <p:cNvSpPr txBox="1">
            <a:spLocks noGrp="1"/>
          </p:cNvSpPr>
          <p:nvPr>
            <p:ph type="title"/>
          </p:nvPr>
        </p:nvSpPr>
        <p:spPr>
          <a:xfrm>
            <a:off x="251520" y="332656"/>
            <a:ext cx="8640960" cy="671292"/>
          </a:xfrm>
          <a:prstGeom prst="rect">
            <a:avLst/>
          </a:prstGeom>
          <a:blipFill dpi="0" rotWithShape="1">
            <a:blip r:embed="rId3"/>
            <a:srcRect/>
            <a:stretch>
              <a:fillRect/>
            </a:stretch>
          </a:blipFill>
        </p:spPr>
        <p:txBody>
          <a:bodyPr vert="horz" wrap="square" lIns="144000" tIns="324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L="0" marR="0" lvl="0" indent="0" algn="l" defTabSz="914400" rtl="0" eaLnBrk="1" fontAlgn="ctr" latinLnBrk="0" hangingPunct="1">
              <a:lnSpc>
                <a:spcPct val="100000"/>
              </a:lnSpc>
              <a:spcBef>
                <a:spcPct val="0"/>
              </a:spcBef>
              <a:spcAft>
                <a:spcPts val="0"/>
              </a:spcAft>
              <a:buClrTx/>
              <a:buSzTx/>
              <a:buFontTx/>
              <a:buNone/>
              <a:tabLst/>
              <a:defRPr/>
            </a:pPr>
            <a:r>
              <a:rPr lang="ja-JP" altLang="en-US" dirty="0">
                <a:latin typeface="Yu Gothic UI"/>
                <a:ea typeface="Yu Gothic UI"/>
              </a:rPr>
              <a:t>２．測定範囲</a:t>
            </a:r>
            <a:endParaRPr kumimoji="1" lang="ja-JP" altLang="en-US" sz="2000" b="1" i="0" u="none" strike="noStrike" kern="1200" cap="none" spc="0" normalizeH="0" baseline="0" noProof="0" dirty="0">
              <a:ln>
                <a:noFill/>
              </a:ln>
              <a:solidFill>
                <a:srgbClr val="000F78"/>
              </a:solidFill>
              <a:effectLst/>
              <a:uLnTx/>
              <a:uFillTx/>
              <a:latin typeface="Yu Gothic UI"/>
              <a:ea typeface="Yu Gothic UI"/>
              <a:cs typeface="+mj-cs"/>
            </a:endParaRPr>
          </a:p>
        </p:txBody>
      </p:sp>
      <p:sp>
        <p:nvSpPr>
          <p:cNvPr id="6" name="フッター プレースホルダー 3">
            <a:extLst>
              <a:ext uri="{FF2B5EF4-FFF2-40B4-BE49-F238E27FC236}">
                <a16:creationId xmlns:a16="http://schemas.microsoft.com/office/drawing/2014/main" id="{40A6E6D1-FC69-FDD1-162D-34D346693584}"/>
              </a:ext>
            </a:extLst>
          </p:cNvPr>
          <p:cNvSpPr txBox="1">
            <a:spLocks/>
          </p:cNvSpPr>
          <p:nvPr/>
        </p:nvSpPr>
        <p:spPr bwMode="auto">
          <a:xfrm>
            <a:off x="3028950" y="6356350"/>
            <a:ext cx="3086100" cy="365125"/>
          </a:xfrm>
          <a:prstGeom prst="rect">
            <a:avLst/>
          </a:prstGeom>
        </p:spPr>
        <p:txBody>
          <a:bodyPr vert="horz" lIns="91440" tIns="45720" rIns="91440" bIns="45720" rtlCol="0" anchor="ctr"/>
          <a:lstStyle>
            <a:defPPr>
              <a:defRPr lang="en-US"/>
            </a:defPPr>
            <a:lvl1pPr marL="0" algn="ct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r>
              <a:rPr lang="en-US" dirty="0" err="1">
                <a:solidFill>
                  <a:prstClr val="black">
                    <a:tint val="75000"/>
                  </a:prstClr>
                </a:solidFill>
                <a:latin typeface="Arial"/>
                <a:cs typeface="Arial"/>
              </a:rPr>
              <a:t>Copyright©Zhiming</a:t>
            </a:r>
            <a:r>
              <a:rPr lang="en-US" dirty="0">
                <a:solidFill>
                  <a:prstClr val="black">
                    <a:tint val="75000"/>
                  </a:prstClr>
                </a:solidFill>
                <a:latin typeface="Arial"/>
                <a:cs typeface="Arial"/>
              </a:rPr>
              <a:t> Software Japan, Ltd. All rights reserved.</a:t>
            </a:r>
            <a:endParaRPr lang="ja-JP" altLang="en-US" dirty="0">
              <a:solidFill>
                <a:prstClr val="black">
                  <a:tint val="75000"/>
                </a:prstClr>
              </a:solidFill>
              <a:latin typeface="Arial"/>
              <a:cs typeface="Arial"/>
            </a:endParaRPr>
          </a:p>
        </p:txBody>
      </p:sp>
      <p:sp>
        <p:nvSpPr>
          <p:cNvPr id="7" name="スライド番号プレースホルダー 4">
            <a:extLst>
              <a:ext uri="{FF2B5EF4-FFF2-40B4-BE49-F238E27FC236}">
                <a16:creationId xmlns:a16="http://schemas.microsoft.com/office/drawing/2014/main" id="{AF9ECE11-ACE6-0846-C345-FCCF5B90F17F}"/>
              </a:ext>
            </a:extLst>
          </p:cNvPr>
          <p:cNvSpPr txBox="1">
            <a:spLocks/>
          </p:cNvSpPr>
          <p:nvPr/>
        </p:nvSpPr>
        <p:spPr bwMode="auto">
          <a:xfrm>
            <a:off x="6835080" y="6356350"/>
            <a:ext cx="2057400" cy="365125"/>
          </a:xfrm>
          <a:prstGeom prst="rect">
            <a:avLst/>
          </a:prstGeom>
        </p:spPr>
        <p:txBody>
          <a:bodyPr vert="horz" lIns="91440" tIns="45720" rIns="91440" bIns="45720" rtlCol="0" anchor="ctr"/>
          <a:lstStyle>
            <a:defPPr>
              <a:defRPr lang="en-US"/>
            </a:defPPr>
            <a:lvl1pPr marL="0" algn="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fld id="{D1AEFF64-B9BB-4FAF-9A06-386313EB5484}" type="slidenum">
              <a:rPr lang="en-US" altLang="ja-JP" smtClean="0">
                <a:solidFill>
                  <a:prstClr val="black">
                    <a:tint val="75000"/>
                  </a:prstClr>
                </a:solidFill>
                <a:latin typeface="Arial"/>
                <a:cs typeface="Arial"/>
              </a:rPr>
              <a:pPr>
                <a:defRPr/>
              </a:pPr>
              <a:t>4</a:t>
            </a:fld>
            <a:endParaRPr lang="ja-JP" altLang="en-US" dirty="0">
              <a:solidFill>
                <a:prstClr val="black">
                  <a:tint val="75000"/>
                </a:prstClr>
              </a:solidFill>
              <a:latin typeface="Arial"/>
              <a:cs typeface="Arial"/>
            </a:endParaRPr>
          </a:p>
        </p:txBody>
      </p:sp>
      <p:sp>
        <p:nvSpPr>
          <p:cNvPr id="8" name="テキスト プレースホルダー 3">
            <a:extLst>
              <a:ext uri="{FF2B5EF4-FFF2-40B4-BE49-F238E27FC236}">
                <a16:creationId xmlns:a16="http://schemas.microsoft.com/office/drawing/2014/main" id="{16147945-117E-260E-A472-71A0171EFCE5}"/>
              </a:ext>
            </a:extLst>
          </p:cNvPr>
          <p:cNvSpPr txBox="1">
            <a:spLocks/>
          </p:cNvSpPr>
          <p:nvPr/>
        </p:nvSpPr>
        <p:spPr>
          <a:xfrm>
            <a:off x="251520" y="326974"/>
            <a:ext cx="8640960" cy="288925"/>
          </a:xfrm>
          <a:prstGeom prst="rect">
            <a:avLst/>
          </a:prstGeom>
        </p:spPr>
        <p:txBody>
          <a:bodyPr vert="horz" lIns="144000" tIns="46800" rIns="0" bIns="36000" rtlCol="0" anchor="b" anchorCtr="0">
            <a:noAutofit/>
          </a:bodyPr>
          <a:lstStyle>
            <a:lvl1pPr marL="0" indent="0" algn="l" defTabSz="914400" rtl="0" eaLnBrk="1" fontAlgn="ctr" latinLnBrk="0" hangingPunct="1">
              <a:lnSpc>
                <a:spcPct val="100000"/>
              </a:lnSpc>
              <a:spcBef>
                <a:spcPct val="0"/>
              </a:spcBef>
              <a:buClr>
                <a:srgbClr val="000F78"/>
              </a:buClr>
              <a:buFont typeface="Wingdings" panose="05000000000000000000" pitchFamily="2" charset="2"/>
              <a:buNone/>
              <a:defRPr kumimoji="1" lang="ja-JP" altLang="en-US" sz="1400" b="1" i="0" kern="1200" baseline="0" dirty="0" smtClean="0">
                <a:solidFill>
                  <a:srgbClr val="000F78"/>
                </a:solidFill>
                <a:latin typeface="+mj-ea"/>
                <a:ea typeface="+mj-ea"/>
                <a:cs typeface="+mj-cs"/>
              </a:defRPr>
            </a:lvl1pPr>
            <a:lvl2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a:solidFill>
                  <a:srgbClr val="000F78"/>
                </a:solidFill>
                <a:latin typeface="Yu Gothic UI" panose="020B0500000000000000" pitchFamily="50" charset="-128"/>
                <a:ea typeface="Yu Gothic UI" panose="020B0500000000000000" pitchFamily="50" charset="-128"/>
                <a:cs typeface="+mj-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ctr" latinLnBrk="0" hangingPunct="1">
              <a:lnSpc>
                <a:spcPct val="100000"/>
              </a:lnSpc>
              <a:spcBef>
                <a:spcPct val="0"/>
              </a:spcBef>
              <a:spcAft>
                <a:spcPts val="0"/>
              </a:spcAft>
              <a:buClr>
                <a:srgbClr val="000F78"/>
              </a:buClr>
              <a:buSzTx/>
              <a:buFont typeface="Wingdings" panose="05000000000000000000" pitchFamily="2" charset="2"/>
              <a:buNone/>
              <a:tabLst/>
              <a:defRPr/>
            </a:pP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BJT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（ビジネス日本語能力テスト）と</a:t>
            </a: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JLPT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（日本語能力試験）の相違点</a:t>
            </a:r>
          </a:p>
        </p:txBody>
      </p:sp>
      <p:pic>
        <p:nvPicPr>
          <p:cNvPr id="2" name="図 1" descr="グラフ, ヒストグラム&#10;&#10;自動的に生成された説明">
            <a:extLst>
              <a:ext uri="{FF2B5EF4-FFF2-40B4-BE49-F238E27FC236}">
                <a16:creationId xmlns:a16="http://schemas.microsoft.com/office/drawing/2014/main" id="{D5D7386E-A5DC-762C-5F73-8E87BA34A58F}"/>
              </a:ext>
            </a:extLst>
          </p:cNvPr>
          <p:cNvPicPr>
            <a:picLocks noChangeAspect="1"/>
          </p:cNvPicPr>
          <p:nvPr/>
        </p:nvPicPr>
        <p:blipFill>
          <a:blip r:embed="rId4"/>
          <a:stretch>
            <a:fillRect/>
          </a:stretch>
        </p:blipFill>
        <p:spPr>
          <a:xfrm>
            <a:off x="477800" y="1409230"/>
            <a:ext cx="6695340" cy="3609662"/>
          </a:xfrm>
          <a:prstGeom prst="rect">
            <a:avLst/>
          </a:prstGeom>
          <a:ln>
            <a:solidFill>
              <a:srgbClr val="FFFFFF"/>
            </a:solidFill>
          </a:ln>
        </p:spPr>
      </p:pic>
      <p:sp>
        <p:nvSpPr>
          <p:cNvPr id="3" name="テキスト ボックス 2">
            <a:extLst>
              <a:ext uri="{FF2B5EF4-FFF2-40B4-BE49-F238E27FC236}">
                <a16:creationId xmlns:a16="http://schemas.microsoft.com/office/drawing/2014/main" id="{1C264D7B-AF41-61BB-FB78-3E14336E5BD3}"/>
              </a:ext>
            </a:extLst>
          </p:cNvPr>
          <p:cNvSpPr txBox="1"/>
          <p:nvPr/>
        </p:nvSpPr>
        <p:spPr>
          <a:xfrm>
            <a:off x="510283" y="5001380"/>
            <a:ext cx="7343412" cy="1401346"/>
          </a:xfrm>
          <a:prstGeom prst="rect">
            <a:avLst/>
          </a:prstGeom>
          <a:noFill/>
        </p:spPr>
        <p:txBody>
          <a:bodyPr wrap="square" rtlCol="0">
            <a:spAutoFit/>
          </a:bodyPr>
          <a:lstStyle/>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第</a:t>
            </a:r>
            <a:r>
              <a:rPr kumimoji="1" lang="en-US" altLang="ja-JP" sz="1200" kern="1200" dirty="0">
                <a:solidFill>
                  <a:srgbClr val="000000"/>
                </a:solidFill>
                <a:latin typeface="Meiryo UI" panose="020B0604030504040204" pitchFamily="50" charset="-128"/>
                <a:ea typeface="Meiryo UI" panose="020B0604030504040204" pitchFamily="50" charset="-128"/>
              </a:rPr>
              <a:t>22</a:t>
            </a:r>
            <a:r>
              <a:rPr kumimoji="1" lang="ja-JP" altLang="en-US" sz="1200" kern="1200" dirty="0">
                <a:solidFill>
                  <a:srgbClr val="000000"/>
                </a:solidFill>
                <a:latin typeface="Meiryo UI" panose="020B0604030504040204" pitchFamily="50" charset="-128"/>
                <a:ea typeface="Meiryo UI" panose="020B0604030504040204" pitchFamily="50" charset="-128"/>
              </a:rPr>
              <a:t>～</a:t>
            </a:r>
            <a:r>
              <a:rPr kumimoji="1" lang="en-US" altLang="ja-JP" sz="1200" kern="1200" dirty="0">
                <a:solidFill>
                  <a:srgbClr val="000000"/>
                </a:solidFill>
                <a:latin typeface="Meiryo UI" panose="020B0604030504040204" pitchFamily="50" charset="-128"/>
                <a:ea typeface="Meiryo UI" panose="020B0604030504040204" pitchFamily="50" charset="-128"/>
              </a:rPr>
              <a:t>33</a:t>
            </a:r>
            <a:r>
              <a:rPr kumimoji="1" lang="ja-JP" altLang="en-US" sz="1200" kern="1200" dirty="0">
                <a:solidFill>
                  <a:srgbClr val="000000"/>
                </a:solidFill>
                <a:latin typeface="Meiryo UI" panose="020B0604030504040204" pitchFamily="50" charset="-128"/>
                <a:ea typeface="Meiryo UI" panose="020B0604030504040204" pitchFamily="50" charset="-128"/>
              </a:rPr>
              <a:t>回の</a:t>
            </a:r>
            <a:r>
              <a:rPr kumimoji="1" lang="en-US" altLang="ja-JP" sz="1200" kern="1200" dirty="0">
                <a:solidFill>
                  <a:srgbClr val="000000"/>
                </a:solidFill>
                <a:latin typeface="Meiryo UI" panose="020B0604030504040204" pitchFamily="50" charset="-128"/>
                <a:ea typeface="Meiryo UI" panose="020B0604030504040204" pitchFamily="50" charset="-128"/>
              </a:rPr>
              <a:t>BJT</a:t>
            </a:r>
            <a:r>
              <a:rPr kumimoji="1" lang="ja-JP" altLang="en-US" sz="1200" kern="1200" dirty="0">
                <a:solidFill>
                  <a:srgbClr val="000000"/>
                </a:solidFill>
                <a:latin typeface="Meiryo UI" panose="020B0604030504040204" pitchFamily="50" charset="-128"/>
                <a:ea typeface="Meiryo UI" panose="020B0604030504040204" pitchFamily="50" charset="-128"/>
              </a:rPr>
              <a:t>受験者のスコアと日本語能力試験取得級との関係</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200" kern="1200" dirty="0">
                <a:solidFill>
                  <a:srgbClr val="000000"/>
                </a:solidFill>
                <a:latin typeface="Meiryo UI" panose="020B0604030504040204" pitchFamily="50" charset="-128"/>
                <a:ea typeface="Meiryo UI" panose="020B0604030504040204" pitchFamily="50" charset="-128"/>
              </a:rPr>
              <a:t>N1</a:t>
            </a:r>
            <a:r>
              <a:rPr kumimoji="1" lang="ja-JP" altLang="en-US" sz="1200" kern="1200" dirty="0">
                <a:solidFill>
                  <a:srgbClr val="000000"/>
                </a:solidFill>
                <a:latin typeface="Meiryo UI" panose="020B0604030504040204" pitchFamily="50" charset="-128"/>
                <a:ea typeface="Meiryo UI" panose="020B0604030504040204" pitchFamily="50" charset="-128"/>
              </a:rPr>
              <a:t>合格者であっても、</a:t>
            </a:r>
            <a:r>
              <a:rPr kumimoji="1" lang="en-US" altLang="ja-JP" sz="1200" kern="1200" dirty="0">
                <a:solidFill>
                  <a:srgbClr val="000000"/>
                </a:solidFill>
                <a:latin typeface="Meiryo UI" panose="020B0604030504040204" pitchFamily="50" charset="-128"/>
                <a:ea typeface="Meiryo UI" panose="020B0604030504040204" pitchFamily="50" charset="-128"/>
              </a:rPr>
              <a:t>BJT</a:t>
            </a:r>
            <a:r>
              <a:rPr kumimoji="1" lang="ja-JP" altLang="en-US" sz="1200" kern="1200" dirty="0">
                <a:solidFill>
                  <a:srgbClr val="000000"/>
                </a:solidFill>
                <a:latin typeface="Meiryo UI" panose="020B0604030504040204" pitchFamily="50" charset="-128"/>
                <a:ea typeface="Meiryo UI" panose="020B0604030504040204" pitchFamily="50" charset="-128"/>
              </a:rPr>
              <a:t>スコアは</a:t>
            </a:r>
            <a:r>
              <a:rPr kumimoji="1" lang="en-US" altLang="ja-JP" sz="1200" kern="1200" dirty="0">
                <a:solidFill>
                  <a:srgbClr val="000000"/>
                </a:solidFill>
                <a:latin typeface="Meiryo UI" panose="020B0604030504040204" pitchFamily="50" charset="-128"/>
                <a:ea typeface="Meiryo UI" panose="020B0604030504040204" pitchFamily="50" charset="-128"/>
              </a:rPr>
              <a:t>300</a:t>
            </a:r>
            <a:r>
              <a:rPr kumimoji="1" lang="ja-JP" altLang="en-US" sz="1200" kern="1200" dirty="0">
                <a:solidFill>
                  <a:srgbClr val="000000"/>
                </a:solidFill>
                <a:latin typeface="Meiryo UI" panose="020B0604030504040204" pitchFamily="50" charset="-128"/>
                <a:ea typeface="Meiryo UI" panose="020B0604030504040204" pitchFamily="50" charset="-128"/>
              </a:rPr>
              <a:t>～</a:t>
            </a:r>
            <a:r>
              <a:rPr kumimoji="1" lang="en-US" altLang="ja-JP" sz="1200" kern="1200" dirty="0">
                <a:solidFill>
                  <a:srgbClr val="000000"/>
                </a:solidFill>
                <a:latin typeface="Meiryo UI" panose="020B0604030504040204" pitchFamily="50" charset="-128"/>
                <a:ea typeface="Meiryo UI" panose="020B0604030504040204" pitchFamily="50" charset="-128"/>
              </a:rPr>
              <a:t>700</a:t>
            </a:r>
            <a:r>
              <a:rPr kumimoji="1" lang="ja-JP" altLang="en-US" sz="1200" kern="1200" dirty="0">
                <a:solidFill>
                  <a:srgbClr val="000000"/>
                </a:solidFill>
                <a:latin typeface="Meiryo UI" panose="020B0604030504040204" pitchFamily="50" charset="-128"/>
                <a:ea typeface="Meiryo UI" panose="020B0604030504040204" pitchFamily="50" charset="-128"/>
              </a:rPr>
              <a:t>点と広く分布しており、ビジネス場面における日本語の運用能力には差があることが見てとれます。</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基礎力があっても、実践力には差があるからと言えます。</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200" kern="1200" dirty="0">
                <a:solidFill>
                  <a:srgbClr val="0092C5"/>
                </a:solidFill>
                <a:latin typeface="Yu Gothic UI"/>
                <a:ea typeface="Yu Gothic UI"/>
                <a:hlinkClick r:id="rId5">
                  <a:extLst>
                    <a:ext uri="{A12FA001-AC4F-418D-AE19-62706E023703}">
                      <ahyp:hlinkClr xmlns:ahyp="http://schemas.microsoft.com/office/drawing/2018/hyperlinkcolor" val="tx"/>
                    </a:ext>
                  </a:extLst>
                </a:hlinkClick>
              </a:rPr>
              <a:t>https://www.kanken.or.jp/bjt/leader/feature.html</a:t>
            </a:r>
            <a:endParaRPr kumimoji="1" lang="en-US" altLang="ja-JP" sz="1200" kern="1200" dirty="0">
              <a:solidFill>
                <a:srgbClr val="000000"/>
              </a:solidFill>
              <a:latin typeface="Yu Gothic UI"/>
              <a:ea typeface="Yu Gothic UI"/>
            </a:endParaRPr>
          </a:p>
        </p:txBody>
      </p:sp>
      <p:sp>
        <p:nvSpPr>
          <p:cNvPr id="4" name="吹き出し: 円形 3">
            <a:extLst>
              <a:ext uri="{FF2B5EF4-FFF2-40B4-BE49-F238E27FC236}">
                <a16:creationId xmlns:a16="http://schemas.microsoft.com/office/drawing/2014/main" id="{E45FD807-2DB6-57FD-F6D4-45CCAC141254}"/>
              </a:ext>
            </a:extLst>
          </p:cNvPr>
          <p:cNvSpPr/>
          <p:nvPr/>
        </p:nvSpPr>
        <p:spPr>
          <a:xfrm>
            <a:off x="6105352" y="1033576"/>
            <a:ext cx="2448272" cy="1100004"/>
          </a:xfrm>
          <a:prstGeom prst="wedgeEllipseCallout">
            <a:avLst>
              <a:gd name="adj1" fmla="val -45951"/>
              <a:gd name="adj2" fmla="val 38058"/>
            </a:avLst>
          </a:prstGeom>
          <a:solidFill>
            <a:srgbClr val="F59637">
              <a:lumMod val="40000"/>
              <a:lumOff val="60000"/>
            </a:srgbClr>
          </a:solidFill>
          <a:ln w="6350" cap="flat" cmpd="sng" algn="ctr">
            <a:solidFill>
              <a:srgbClr val="000000"/>
            </a:solidFill>
            <a:prstDash val="solid"/>
            <a:miter lim="800000"/>
          </a:ln>
          <a:effectLst/>
        </p:spPr>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実践の場で運用できる力を幅広く測れる！</a:t>
            </a:r>
            <a:endParaRPr kumimoji="1" lang="en-US" altLang="ja-JP" sz="18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4" name="正方形/長方形 13">
            <a:extLst>
              <a:ext uri="{FF2B5EF4-FFF2-40B4-BE49-F238E27FC236}">
                <a16:creationId xmlns:a16="http://schemas.microsoft.com/office/drawing/2014/main" id="{B3BC9B5F-721A-4F28-0C6F-8A31D3AA083B}"/>
              </a:ext>
            </a:extLst>
          </p:cNvPr>
          <p:cNvSpPr/>
          <p:nvPr/>
        </p:nvSpPr>
        <p:spPr>
          <a:xfrm>
            <a:off x="6835080" y="3232647"/>
            <a:ext cx="2159712" cy="1100004"/>
          </a:xfrm>
          <a:prstGeom prst="rect">
            <a:avLst/>
          </a:prstGeom>
          <a:solidFill>
            <a:srgbClr val="F59637">
              <a:lumMod val="20000"/>
              <a:lumOff val="80000"/>
            </a:srgbClr>
          </a:solidFill>
          <a:ln w="6350" cap="flat" cmpd="sng" algn="ctr">
            <a:solidFill>
              <a:srgbClr val="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000000"/>
                </a:solidFill>
                <a:effectLst/>
                <a:uLnTx/>
                <a:uFillTx/>
                <a:latin typeface="Yu Gothic UI"/>
                <a:ea typeface="Yu Gothic UI"/>
                <a:cs typeface="+mn-cs"/>
              </a:rPr>
              <a:t>A,B</a:t>
            </a:r>
            <a:r>
              <a:rPr kumimoji="1" lang="ja-JP" altLang="en-US" sz="1800" b="0" i="0" u="none" strike="noStrike" kern="1200" cap="none" spc="0" normalizeH="0" baseline="0" noProof="0" dirty="0">
                <a:ln>
                  <a:noFill/>
                </a:ln>
                <a:solidFill>
                  <a:srgbClr val="000000"/>
                </a:solidFill>
                <a:effectLst/>
                <a:uLnTx/>
                <a:uFillTx/>
                <a:latin typeface="Yu Gothic UI"/>
                <a:ea typeface="Yu Gothic UI"/>
                <a:cs typeface="+mn-cs"/>
              </a:rPr>
              <a:t>ランク人材は</a:t>
            </a:r>
            <a:endParaRPr kumimoji="1" lang="en-US" altLang="ja-JP" sz="1800" b="0" i="0" u="none" strike="noStrike" kern="1200" cap="none" spc="0" normalizeH="0" baseline="0" noProof="0" dirty="0">
              <a:ln>
                <a:noFill/>
              </a:ln>
              <a:solidFill>
                <a:srgbClr val="000000"/>
              </a:solidFill>
              <a:effectLst/>
              <a:uLnTx/>
              <a:uFillTx/>
              <a:latin typeface="Yu Gothic UI"/>
              <a:ea typeface="Yu Gothic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dirty="0">
                <a:ln>
                  <a:noFill/>
                </a:ln>
                <a:solidFill>
                  <a:srgbClr val="FF0000"/>
                </a:solidFill>
                <a:effectLst/>
                <a:uLnTx/>
                <a:uFillTx/>
                <a:latin typeface="Yu Gothic UI"/>
                <a:ea typeface="Yu Gothic UI"/>
                <a:cs typeface="+mn-cs"/>
              </a:rPr>
              <a:t>J1+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000000"/>
                </a:solidFill>
                <a:effectLst/>
                <a:uLnTx/>
                <a:uFillTx/>
                <a:latin typeface="Yu Gothic UI"/>
                <a:ea typeface="Yu Gothic UI"/>
                <a:cs typeface="+mn-cs"/>
              </a:rPr>
              <a:t>を目指しましょう！</a:t>
            </a:r>
          </a:p>
        </p:txBody>
      </p:sp>
      <p:sp>
        <p:nvSpPr>
          <p:cNvPr id="16" name="コンテンツ プレースホルダー 5">
            <a:extLst>
              <a:ext uri="{FF2B5EF4-FFF2-40B4-BE49-F238E27FC236}">
                <a16:creationId xmlns:a16="http://schemas.microsoft.com/office/drawing/2014/main" id="{C77C6900-FFAE-2B87-F442-92F32526EE43}"/>
              </a:ext>
            </a:extLst>
          </p:cNvPr>
          <p:cNvSpPr txBox="1">
            <a:spLocks/>
          </p:cNvSpPr>
          <p:nvPr/>
        </p:nvSpPr>
        <p:spPr>
          <a:xfrm>
            <a:off x="477800" y="1068904"/>
            <a:ext cx="8188399" cy="5328444"/>
          </a:xfrm>
          <a:prstGeom prst="rect">
            <a:avLst/>
          </a:prstGeom>
        </p:spPr>
        <p:txBody>
          <a:bodyPr vert="horz" lIns="90000" tIns="46800" rIns="90000" bIns="46800" rtlCol="0">
            <a:noAutofit/>
          </a:bodyPr>
          <a:lstStyle>
            <a:lvl1pPr marL="187200" indent="-187200" algn="l" defTabSz="914400" rtl="0" eaLnBrk="1" latinLnBrk="0" hangingPunct="1">
              <a:lnSpc>
                <a:spcPct val="100000"/>
              </a:lnSpc>
              <a:spcBef>
                <a:spcPts val="576"/>
              </a:spcBef>
              <a:buClr>
                <a:srgbClr val="000F78"/>
              </a:buClr>
              <a:buFont typeface="Wingdings" panose="05000000000000000000" pitchFamily="2" charset="2"/>
              <a:buChar char="n"/>
              <a:defRPr kumimoji="1" sz="1600" kern="1200" baseline="0">
                <a:solidFill>
                  <a:schemeClr val="tx1"/>
                </a:solidFill>
                <a:latin typeface="Yu Gothic UI" panose="020B0500000000000000" pitchFamily="50" charset="-128"/>
                <a:ea typeface="Yu Gothic UI" panose="020B0500000000000000" pitchFamily="50" charset="-128"/>
                <a:cs typeface="+mn-cs"/>
              </a:defRPr>
            </a:lvl1pPr>
            <a:lvl2pPr marL="609600" indent="-230188" algn="l" defTabSz="914400" rtl="0" eaLnBrk="1" latinLnBrk="0" hangingPunct="1">
              <a:lnSpc>
                <a:spcPct val="100000"/>
              </a:lnSpc>
              <a:spcBef>
                <a:spcPts val="504"/>
              </a:spcBef>
              <a:buClr>
                <a:srgbClr val="000F78"/>
              </a:buClr>
              <a:buFont typeface="Wingdings" panose="05000000000000000000" pitchFamily="2" charset="2"/>
              <a:buChar char="l"/>
              <a:tabLst/>
              <a:defRPr kumimoji="1" sz="1400" kern="1200">
                <a:solidFill>
                  <a:schemeClr val="tx1"/>
                </a:solidFill>
                <a:latin typeface="Yu Gothic UI" panose="020B0500000000000000" pitchFamily="50" charset="-128"/>
                <a:ea typeface="Yu Gothic UI" panose="020B0500000000000000" pitchFamily="50" charset="-128"/>
                <a:cs typeface="+mn-cs"/>
              </a:defRPr>
            </a:lvl2pPr>
            <a:lvl3pPr marL="984250" indent="-196850" algn="l" defTabSz="914400" rtl="0" eaLnBrk="1" latinLnBrk="0" hangingPunct="1">
              <a:lnSpc>
                <a:spcPct val="100000"/>
              </a:lnSpc>
              <a:spcBef>
                <a:spcPts val="24"/>
              </a:spcBef>
              <a:buClr>
                <a:srgbClr val="000F78"/>
              </a:buClr>
              <a:buFont typeface="Arial" panose="020B0604020202020204" pitchFamily="34" charset="0"/>
              <a:buChar char="•"/>
              <a:tabLst/>
              <a:defRPr kumimoji="1" sz="1400" kern="1200">
                <a:solidFill>
                  <a:schemeClr val="tx1"/>
                </a:solidFill>
                <a:latin typeface="Yu Gothic UI" panose="020B0500000000000000" pitchFamily="50" charset="-128"/>
                <a:ea typeface="Yu Gothic UI" panose="020B0500000000000000" pitchFamily="50" charset="-128"/>
                <a:cs typeface="+mn-cs"/>
              </a:defRPr>
            </a:lvl3pPr>
            <a:lvl4pPr marL="1355725" indent="-190500" algn="l" defTabSz="914400" rtl="0" eaLnBrk="1" latinLnBrk="0" hangingPunct="1">
              <a:lnSpc>
                <a:spcPct val="100000"/>
              </a:lnSpc>
              <a:spcBef>
                <a:spcPts val="216"/>
              </a:spcBef>
              <a:buClr>
                <a:srgbClr val="000F78"/>
              </a:buClr>
              <a:buFont typeface="Yu Gothic UI" panose="020B0500000000000000" pitchFamily="50" charset="-128"/>
              <a:buChar char="•"/>
              <a:tabLst/>
              <a:defRPr kumimoji="1" sz="1200" kern="1200">
                <a:solidFill>
                  <a:schemeClr val="tx1"/>
                </a:solidFill>
                <a:latin typeface="Yu Gothic UI" panose="020B0500000000000000" pitchFamily="50" charset="-128"/>
                <a:ea typeface="Yu Gothic UI" panose="020B0500000000000000" pitchFamily="50" charset="-128"/>
                <a:cs typeface="+mn-cs"/>
              </a:defRPr>
            </a:lvl4pPr>
            <a:lvl5pPr marL="1674813" indent="-184150" algn="l" defTabSz="914400" rtl="0" eaLnBrk="1" latinLnBrk="0" hangingPunct="1">
              <a:lnSpc>
                <a:spcPct val="100000"/>
              </a:lnSpc>
              <a:spcBef>
                <a:spcPts val="144"/>
              </a:spcBef>
              <a:buClr>
                <a:srgbClr val="000F78"/>
              </a:buClr>
              <a:buFont typeface="Arial" panose="020B0604020202020204" pitchFamily="34" charset="0"/>
              <a:buChar char="•"/>
              <a:tabLst/>
              <a:defRPr kumimoji="1" sz="1200" kern="1200">
                <a:solidFill>
                  <a:schemeClr val="tx1"/>
                </a:solidFill>
                <a:latin typeface="Yu Gothic UI" panose="020B0500000000000000" pitchFamily="50" charset="-128"/>
                <a:ea typeface="Yu Gothic UI" panose="020B0500000000000000" pitchFamily="50" charset="-128"/>
                <a:cs typeface="+mn-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Wingdings" panose="05000000000000000000" pitchFamily="2" charset="2"/>
              <a:buNone/>
            </a:pPr>
            <a:r>
              <a:rPr lang="en-US" altLang="ja-JP">
                <a:latin typeface="Meiryo UI" panose="020B0604030504040204" pitchFamily="50" charset="-128"/>
                <a:ea typeface="Meiryo UI" panose="020B0604030504040204" pitchFamily="50" charset="-128"/>
              </a:rPr>
              <a:t>N</a:t>
            </a:r>
            <a:r>
              <a:rPr lang="ja-JP" altLang="en-US">
                <a:latin typeface="Meiryo UI" panose="020B0604030504040204" pitchFamily="50" charset="-128"/>
                <a:ea typeface="Meiryo UI" panose="020B0604030504040204" pitchFamily="50" charset="-128"/>
              </a:rPr>
              <a:t>１の次は</a:t>
            </a:r>
            <a:r>
              <a:rPr lang="en-US" altLang="ja-JP">
                <a:latin typeface="Meiryo UI" panose="020B0604030504040204" pitchFamily="50" charset="-128"/>
                <a:ea typeface="Meiryo UI" panose="020B0604030504040204" pitchFamily="50" charset="-128"/>
              </a:rPr>
              <a:t>J</a:t>
            </a:r>
            <a:r>
              <a:rPr lang="ja-JP" altLang="en-US">
                <a:latin typeface="Meiryo UI" panose="020B0604030504040204" pitchFamily="50" charset="-128"/>
                <a:ea typeface="Meiryo UI" panose="020B0604030504040204" pitchFamily="50" charset="-128"/>
              </a:rPr>
              <a:t>１を目指そう！</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08055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292A803-95DA-CCE9-F830-17EBDD0A4DF0}"/>
              </a:ext>
            </a:extLst>
          </p:cNvPr>
          <p:cNvSpPr txBox="1">
            <a:spLocks noGrp="1"/>
          </p:cNvSpPr>
          <p:nvPr>
            <p:ph type="title"/>
          </p:nvPr>
        </p:nvSpPr>
        <p:spPr>
          <a:xfrm>
            <a:off x="251520" y="332656"/>
            <a:ext cx="8640960" cy="671292"/>
          </a:xfrm>
          <a:prstGeom prst="rect">
            <a:avLst/>
          </a:prstGeom>
          <a:blipFill dpi="0" rotWithShape="1">
            <a:blip r:embed="rId3"/>
            <a:srcRect/>
            <a:stretch>
              <a:fillRect/>
            </a:stretch>
          </a:blipFill>
        </p:spPr>
        <p:txBody>
          <a:bodyPr vert="horz" wrap="square" lIns="144000" tIns="324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L="0" marR="0" lvl="0" indent="0" algn="l" defTabSz="914400" rtl="0" eaLnBrk="1" fontAlgn="ctr" latinLnBrk="0" hangingPunct="1">
              <a:lnSpc>
                <a:spcPct val="100000"/>
              </a:lnSpc>
              <a:spcBef>
                <a:spcPct val="0"/>
              </a:spcBef>
              <a:spcAft>
                <a:spcPts val="0"/>
              </a:spcAft>
              <a:buClrTx/>
              <a:buSzTx/>
              <a:buFontTx/>
              <a:buNone/>
              <a:tabLst/>
              <a:defRPr/>
            </a:pPr>
            <a:r>
              <a:rPr lang="ja-JP" altLang="en-US" dirty="0">
                <a:latin typeface="Yu Gothic UI"/>
                <a:ea typeface="Yu Gothic UI"/>
              </a:rPr>
              <a:t>３．スコア制</a:t>
            </a:r>
            <a:endParaRPr kumimoji="1" lang="ja-JP" altLang="en-US" sz="2000" b="1" i="0" u="none" strike="noStrike" kern="1200" cap="none" spc="0" normalizeH="0" baseline="0" noProof="0" dirty="0">
              <a:ln>
                <a:noFill/>
              </a:ln>
              <a:solidFill>
                <a:srgbClr val="000F78"/>
              </a:solidFill>
              <a:effectLst/>
              <a:uLnTx/>
              <a:uFillTx/>
              <a:latin typeface="Yu Gothic UI"/>
              <a:ea typeface="Yu Gothic UI"/>
              <a:cs typeface="+mj-cs"/>
            </a:endParaRPr>
          </a:p>
        </p:txBody>
      </p:sp>
      <p:sp>
        <p:nvSpPr>
          <p:cNvPr id="6" name="フッター プレースホルダー 3">
            <a:extLst>
              <a:ext uri="{FF2B5EF4-FFF2-40B4-BE49-F238E27FC236}">
                <a16:creationId xmlns:a16="http://schemas.microsoft.com/office/drawing/2014/main" id="{40A6E6D1-FC69-FDD1-162D-34D346693584}"/>
              </a:ext>
            </a:extLst>
          </p:cNvPr>
          <p:cNvSpPr txBox="1">
            <a:spLocks/>
          </p:cNvSpPr>
          <p:nvPr/>
        </p:nvSpPr>
        <p:spPr bwMode="auto">
          <a:xfrm>
            <a:off x="3028950" y="6356350"/>
            <a:ext cx="3086100" cy="365125"/>
          </a:xfrm>
          <a:prstGeom prst="rect">
            <a:avLst/>
          </a:prstGeom>
        </p:spPr>
        <p:txBody>
          <a:bodyPr vert="horz" lIns="91440" tIns="45720" rIns="91440" bIns="45720" rtlCol="0" anchor="ctr"/>
          <a:lstStyle>
            <a:defPPr>
              <a:defRPr lang="en-US"/>
            </a:defPPr>
            <a:lvl1pPr marL="0" algn="ct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r>
              <a:rPr lang="en-US" dirty="0" err="1">
                <a:solidFill>
                  <a:prstClr val="black">
                    <a:tint val="75000"/>
                  </a:prstClr>
                </a:solidFill>
                <a:latin typeface="Arial"/>
                <a:cs typeface="Arial"/>
              </a:rPr>
              <a:t>Copyright©Zhiming</a:t>
            </a:r>
            <a:r>
              <a:rPr lang="en-US" dirty="0">
                <a:solidFill>
                  <a:prstClr val="black">
                    <a:tint val="75000"/>
                  </a:prstClr>
                </a:solidFill>
                <a:latin typeface="Arial"/>
                <a:cs typeface="Arial"/>
              </a:rPr>
              <a:t> Software Japan, Ltd. All rights reserved.</a:t>
            </a:r>
            <a:endParaRPr lang="ja-JP" altLang="en-US" dirty="0">
              <a:solidFill>
                <a:prstClr val="black">
                  <a:tint val="75000"/>
                </a:prstClr>
              </a:solidFill>
              <a:latin typeface="Arial"/>
              <a:cs typeface="Arial"/>
            </a:endParaRPr>
          </a:p>
        </p:txBody>
      </p:sp>
      <p:sp>
        <p:nvSpPr>
          <p:cNvPr id="7" name="スライド番号プレースホルダー 4">
            <a:extLst>
              <a:ext uri="{FF2B5EF4-FFF2-40B4-BE49-F238E27FC236}">
                <a16:creationId xmlns:a16="http://schemas.microsoft.com/office/drawing/2014/main" id="{AF9ECE11-ACE6-0846-C345-FCCF5B90F17F}"/>
              </a:ext>
            </a:extLst>
          </p:cNvPr>
          <p:cNvSpPr txBox="1">
            <a:spLocks/>
          </p:cNvSpPr>
          <p:nvPr/>
        </p:nvSpPr>
        <p:spPr bwMode="auto">
          <a:xfrm>
            <a:off x="6835080" y="6356350"/>
            <a:ext cx="2057400" cy="365125"/>
          </a:xfrm>
          <a:prstGeom prst="rect">
            <a:avLst/>
          </a:prstGeom>
        </p:spPr>
        <p:txBody>
          <a:bodyPr vert="horz" lIns="91440" tIns="45720" rIns="91440" bIns="45720" rtlCol="0" anchor="ctr"/>
          <a:lstStyle>
            <a:defPPr>
              <a:defRPr lang="en-US"/>
            </a:defPPr>
            <a:lvl1pPr marL="0" algn="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fld id="{D1AEFF64-B9BB-4FAF-9A06-386313EB5484}" type="slidenum">
              <a:rPr lang="en-US" altLang="ja-JP" smtClean="0">
                <a:solidFill>
                  <a:prstClr val="black">
                    <a:tint val="75000"/>
                  </a:prstClr>
                </a:solidFill>
                <a:latin typeface="Arial"/>
                <a:cs typeface="Arial"/>
              </a:rPr>
              <a:pPr>
                <a:defRPr/>
              </a:pPr>
              <a:t>5</a:t>
            </a:fld>
            <a:endParaRPr lang="ja-JP" altLang="en-US" dirty="0">
              <a:solidFill>
                <a:prstClr val="black">
                  <a:tint val="75000"/>
                </a:prstClr>
              </a:solidFill>
              <a:latin typeface="Arial"/>
              <a:cs typeface="Arial"/>
            </a:endParaRPr>
          </a:p>
        </p:txBody>
      </p:sp>
      <p:sp>
        <p:nvSpPr>
          <p:cNvPr id="8" name="テキスト プレースホルダー 3">
            <a:extLst>
              <a:ext uri="{FF2B5EF4-FFF2-40B4-BE49-F238E27FC236}">
                <a16:creationId xmlns:a16="http://schemas.microsoft.com/office/drawing/2014/main" id="{16147945-117E-260E-A472-71A0171EFCE5}"/>
              </a:ext>
            </a:extLst>
          </p:cNvPr>
          <p:cNvSpPr txBox="1">
            <a:spLocks/>
          </p:cNvSpPr>
          <p:nvPr/>
        </p:nvSpPr>
        <p:spPr>
          <a:xfrm>
            <a:off x="251520" y="326974"/>
            <a:ext cx="8640960" cy="288925"/>
          </a:xfrm>
          <a:prstGeom prst="rect">
            <a:avLst/>
          </a:prstGeom>
        </p:spPr>
        <p:txBody>
          <a:bodyPr vert="horz" lIns="144000" tIns="46800" rIns="0" bIns="36000" rtlCol="0" anchor="b" anchorCtr="0">
            <a:noAutofit/>
          </a:bodyPr>
          <a:lstStyle>
            <a:lvl1pPr marL="0" indent="0" algn="l" defTabSz="914400" rtl="0" eaLnBrk="1" fontAlgn="ctr" latinLnBrk="0" hangingPunct="1">
              <a:lnSpc>
                <a:spcPct val="100000"/>
              </a:lnSpc>
              <a:spcBef>
                <a:spcPct val="0"/>
              </a:spcBef>
              <a:buClr>
                <a:srgbClr val="000F78"/>
              </a:buClr>
              <a:buFont typeface="Wingdings" panose="05000000000000000000" pitchFamily="2" charset="2"/>
              <a:buNone/>
              <a:defRPr kumimoji="1" lang="ja-JP" altLang="en-US" sz="1400" b="1" i="0" kern="1200" baseline="0" dirty="0" smtClean="0">
                <a:solidFill>
                  <a:srgbClr val="000F78"/>
                </a:solidFill>
                <a:latin typeface="+mj-ea"/>
                <a:ea typeface="+mj-ea"/>
                <a:cs typeface="+mj-cs"/>
              </a:defRPr>
            </a:lvl1pPr>
            <a:lvl2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a:solidFill>
                  <a:srgbClr val="000F78"/>
                </a:solidFill>
                <a:latin typeface="Yu Gothic UI" panose="020B0500000000000000" pitchFamily="50" charset="-128"/>
                <a:ea typeface="Yu Gothic UI" panose="020B0500000000000000" pitchFamily="50" charset="-128"/>
                <a:cs typeface="+mj-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ctr" latinLnBrk="0" hangingPunct="1">
              <a:lnSpc>
                <a:spcPct val="100000"/>
              </a:lnSpc>
              <a:spcBef>
                <a:spcPct val="0"/>
              </a:spcBef>
              <a:spcAft>
                <a:spcPts val="0"/>
              </a:spcAft>
              <a:buClr>
                <a:srgbClr val="000F78"/>
              </a:buClr>
              <a:buSzTx/>
              <a:buFont typeface="Wingdings" panose="05000000000000000000" pitchFamily="2" charset="2"/>
              <a:buNone/>
              <a:tabLst/>
              <a:defRPr/>
            </a:pP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BJT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（ビジネス日本語能力テスト）と</a:t>
            </a: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JLPT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（日本語能力試験）の相違点</a:t>
            </a:r>
          </a:p>
        </p:txBody>
      </p:sp>
      <p:sp>
        <p:nvSpPr>
          <p:cNvPr id="10" name="テキスト ボックス 9">
            <a:extLst>
              <a:ext uri="{FF2B5EF4-FFF2-40B4-BE49-F238E27FC236}">
                <a16:creationId xmlns:a16="http://schemas.microsoft.com/office/drawing/2014/main" id="{404D6A21-4E5C-1066-F70B-7E393F088060}"/>
              </a:ext>
            </a:extLst>
          </p:cNvPr>
          <p:cNvSpPr txBox="1"/>
          <p:nvPr/>
        </p:nvSpPr>
        <p:spPr>
          <a:xfrm>
            <a:off x="242671" y="1042940"/>
            <a:ext cx="5400600" cy="360420"/>
          </a:xfrm>
          <a:prstGeom prst="rect">
            <a:avLst/>
          </a:prstGeom>
          <a:noFill/>
        </p:spPr>
        <p:txBody>
          <a:bodyPr wrap="square" rtlCol="0">
            <a:spAutoFit/>
          </a:bodyPr>
          <a:lstStyle/>
          <a:p>
            <a:pPr defTabSz="914400" rtl="0">
              <a:lnSpc>
                <a:spcPct val="120000"/>
              </a:lnSpc>
              <a:defRPr/>
            </a:pPr>
            <a:r>
              <a:rPr kumimoji="1" lang="ja-JP" altLang="en-US" sz="1600" kern="1200" dirty="0">
                <a:solidFill>
                  <a:srgbClr val="000000"/>
                </a:solidFill>
                <a:latin typeface="Meiryo UI" panose="020B0604030504040204" pitchFamily="50" charset="-128"/>
                <a:ea typeface="Meiryo UI" panose="020B0604030504040204" pitchFamily="50" charset="-128"/>
              </a:rPr>
              <a:t>更に</a:t>
            </a:r>
            <a:r>
              <a:rPr kumimoji="1" lang="en-US" altLang="ja-JP" sz="1600" kern="1200" dirty="0">
                <a:solidFill>
                  <a:srgbClr val="000000"/>
                </a:solidFill>
                <a:latin typeface="Meiryo UI" panose="020B0604030504040204" pitchFamily="50" charset="-128"/>
                <a:ea typeface="Meiryo UI" panose="020B0604030504040204" pitchFamily="50" charset="-128"/>
              </a:rPr>
              <a:t>Step up</a:t>
            </a:r>
            <a:r>
              <a:rPr kumimoji="1" lang="ja-JP" altLang="en-US" sz="1600" kern="1200" dirty="0">
                <a:solidFill>
                  <a:srgbClr val="000000"/>
                </a:solidFill>
                <a:latin typeface="Meiryo UI" panose="020B0604030504040204" pitchFamily="50" charset="-128"/>
                <a:ea typeface="Meiryo UI" panose="020B0604030504040204" pitchFamily="50" charset="-128"/>
              </a:rPr>
              <a:t>！</a:t>
            </a:r>
          </a:p>
        </p:txBody>
      </p:sp>
      <p:pic>
        <p:nvPicPr>
          <p:cNvPr id="11" name="図 10">
            <a:extLst>
              <a:ext uri="{FF2B5EF4-FFF2-40B4-BE49-F238E27FC236}">
                <a16:creationId xmlns:a16="http://schemas.microsoft.com/office/drawing/2014/main" id="{E783DEDB-8F25-8F83-8675-EB91A5CAC056}"/>
              </a:ext>
            </a:extLst>
          </p:cNvPr>
          <p:cNvPicPr>
            <a:picLocks noChangeAspect="1"/>
          </p:cNvPicPr>
          <p:nvPr/>
        </p:nvPicPr>
        <p:blipFill>
          <a:blip r:embed="rId4"/>
          <a:stretch>
            <a:fillRect/>
          </a:stretch>
        </p:blipFill>
        <p:spPr>
          <a:xfrm>
            <a:off x="368896" y="1446607"/>
            <a:ext cx="4742083" cy="3926609"/>
          </a:xfrm>
          <a:prstGeom prst="rect">
            <a:avLst/>
          </a:prstGeom>
        </p:spPr>
      </p:pic>
      <p:sp>
        <p:nvSpPr>
          <p:cNvPr id="12" name="テキスト ボックス 11">
            <a:extLst>
              <a:ext uri="{FF2B5EF4-FFF2-40B4-BE49-F238E27FC236}">
                <a16:creationId xmlns:a16="http://schemas.microsoft.com/office/drawing/2014/main" id="{349FBC00-47CE-7624-557E-5EB1979034E5}"/>
              </a:ext>
            </a:extLst>
          </p:cNvPr>
          <p:cNvSpPr txBox="1"/>
          <p:nvPr/>
        </p:nvSpPr>
        <p:spPr>
          <a:xfrm>
            <a:off x="703270" y="5531929"/>
            <a:ext cx="3868730" cy="736548"/>
          </a:xfrm>
          <a:prstGeom prst="rect">
            <a:avLst/>
          </a:prstGeom>
          <a:noFill/>
        </p:spPr>
        <p:txBody>
          <a:bodyPr wrap="square" rtlCol="0">
            <a:spAutoFit/>
          </a:bodyPr>
          <a:lstStyle/>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受験者の能力に変化がない限り、何度受験しても同程度のスコアになるよう設計されています。</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200" kern="1200" dirty="0">
                <a:solidFill>
                  <a:srgbClr val="000000"/>
                </a:solidFill>
                <a:latin typeface="Yu Gothic UI"/>
                <a:ea typeface="Yu Gothic UI"/>
                <a:hlinkClick r:id="rId5"/>
              </a:rPr>
              <a:t>https://www.kanken.or.jp/bjt/about/level_sample.html</a:t>
            </a:r>
            <a:endParaRPr kumimoji="1" lang="en-US" altLang="ja-JP" sz="1200" kern="1200" dirty="0">
              <a:solidFill>
                <a:srgbClr val="000000"/>
              </a:solidFill>
              <a:latin typeface="Yu Gothic UI"/>
              <a:ea typeface="Yu Gothic UI"/>
            </a:endParaRPr>
          </a:p>
        </p:txBody>
      </p:sp>
      <p:pic>
        <p:nvPicPr>
          <p:cNvPr id="13" name="図 12" descr="カレンダー&#10;&#10;非常に低い精度で自動的に生成された説明">
            <a:extLst>
              <a:ext uri="{FF2B5EF4-FFF2-40B4-BE49-F238E27FC236}">
                <a16:creationId xmlns:a16="http://schemas.microsoft.com/office/drawing/2014/main" id="{5DDB828B-6CC0-78CE-CCFB-0A3DDC4AE8EC}"/>
              </a:ext>
              <a:ext uri="{C183D7F6-B498-43B3-948B-1728B52AA6E4}">
                <adec:decorative xmlns:adec="http://schemas.microsoft.com/office/drawing/2017/decorative" val="0"/>
              </a:ext>
            </a:extLst>
          </p:cNvPr>
          <p:cNvPicPr>
            <a:picLocks noChangeAspect="1"/>
          </p:cNvPicPr>
          <p:nvPr/>
        </p:nvPicPr>
        <p:blipFill>
          <a:blip r:embed="rId6"/>
          <a:stretch>
            <a:fillRect/>
          </a:stretch>
        </p:blipFill>
        <p:spPr>
          <a:xfrm>
            <a:off x="5232123" y="1470826"/>
            <a:ext cx="3648745" cy="2606246"/>
          </a:xfrm>
          <a:prstGeom prst="rect">
            <a:avLst/>
          </a:prstGeom>
        </p:spPr>
      </p:pic>
      <p:sp>
        <p:nvSpPr>
          <p:cNvPr id="15" name="テキスト ボックス 14">
            <a:extLst>
              <a:ext uri="{FF2B5EF4-FFF2-40B4-BE49-F238E27FC236}">
                <a16:creationId xmlns:a16="http://schemas.microsoft.com/office/drawing/2014/main" id="{68B2AA0F-B546-80C3-ADA1-6AC96FDB7A66}"/>
              </a:ext>
            </a:extLst>
          </p:cNvPr>
          <p:cNvSpPr txBox="1"/>
          <p:nvPr/>
        </p:nvSpPr>
        <p:spPr>
          <a:xfrm>
            <a:off x="5279472" y="4042225"/>
            <a:ext cx="3613008" cy="2267095"/>
          </a:xfrm>
          <a:prstGeom prst="rect">
            <a:avLst/>
          </a:prstGeom>
          <a:noFill/>
        </p:spPr>
        <p:txBody>
          <a:bodyPr wrap="square" rtlCol="0">
            <a:spAutoFit/>
          </a:bodyPr>
          <a:lstStyle/>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ビジネス・コミュニケーションは、</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多種多様な情報処理を同時並行的に行うことで達成できます。この情報処理が複雑になるほど、高い日本語能力が求められます。</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200" kern="1200" dirty="0">
                <a:solidFill>
                  <a:srgbClr val="000000"/>
                </a:solidFill>
                <a:latin typeface="Meiryo UI" panose="020B0604030504040204" pitchFamily="50" charset="-128"/>
                <a:ea typeface="Meiryo UI" panose="020B0604030504040204" pitchFamily="50" charset="-128"/>
              </a:rPr>
              <a:t>BJT</a:t>
            </a:r>
            <a:r>
              <a:rPr kumimoji="1" lang="ja-JP" altLang="en-US" sz="1200" kern="1200" dirty="0">
                <a:solidFill>
                  <a:srgbClr val="000000"/>
                </a:solidFill>
                <a:latin typeface="Meiryo UI" panose="020B0604030504040204" pitchFamily="50" charset="-128"/>
                <a:ea typeface="Meiryo UI" panose="020B0604030504040204" pitchFamily="50" charset="-128"/>
              </a:rPr>
              <a:t>では、</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コミュニケーションを行う上で必要とされる情報処理が多く、</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ja-JP" altLang="en-US" sz="1200" kern="1200" dirty="0">
                <a:solidFill>
                  <a:srgbClr val="000000"/>
                </a:solidFill>
                <a:latin typeface="Meiryo UI" panose="020B0604030504040204" pitchFamily="50" charset="-128"/>
                <a:ea typeface="Meiryo UI" panose="020B0604030504040204" pitchFamily="50" charset="-128"/>
              </a:rPr>
              <a:t>難易度が高くなればなるほど、スコアレベルが高くなるよう設計されています。</a:t>
            </a:r>
            <a:endParaRPr kumimoji="1" lang="en-US" altLang="ja-JP" sz="1200" kern="1200" dirty="0">
              <a:solidFill>
                <a:srgbClr val="000000"/>
              </a:solidFill>
              <a:latin typeface="Meiryo UI" panose="020B0604030504040204" pitchFamily="50" charset="-128"/>
              <a:ea typeface="Meiryo UI" panose="020B0604030504040204" pitchFamily="50" charset="-128"/>
            </a:endParaRPr>
          </a:p>
          <a:p>
            <a:pPr defTabSz="914400" rtl="0">
              <a:lnSpc>
                <a:spcPct val="120000"/>
              </a:lnSpc>
              <a:defRPr/>
            </a:pPr>
            <a:r>
              <a:rPr kumimoji="1" lang="en-US" altLang="ja-JP" sz="1100" kern="1200" dirty="0">
                <a:solidFill>
                  <a:srgbClr val="000000"/>
                </a:solidFill>
                <a:latin typeface="Meiryo UI" panose="020B0604030504040204" pitchFamily="50" charset="-128"/>
                <a:ea typeface="Meiryo UI" panose="020B0604030504040204" pitchFamily="50" charset="-128"/>
                <a:hlinkClick r:id="rId7"/>
              </a:rPr>
              <a:t>https://www.kanken.or.jp/bjt/leader/feature.html</a:t>
            </a:r>
            <a:endParaRPr kumimoji="1" lang="en-US" altLang="ja-JP" sz="1100" kern="1200" dirty="0">
              <a:solidFill>
                <a:srgbClr val="00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13756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292A803-95DA-CCE9-F830-17EBDD0A4DF0}"/>
              </a:ext>
            </a:extLst>
          </p:cNvPr>
          <p:cNvSpPr txBox="1">
            <a:spLocks noGrp="1"/>
          </p:cNvSpPr>
          <p:nvPr>
            <p:ph type="title"/>
          </p:nvPr>
        </p:nvSpPr>
        <p:spPr>
          <a:xfrm>
            <a:off x="251520" y="332656"/>
            <a:ext cx="8640960" cy="671292"/>
          </a:xfrm>
          <a:prstGeom prst="rect">
            <a:avLst/>
          </a:prstGeom>
          <a:blipFill dpi="0" rotWithShape="1">
            <a:blip r:embed="rId3"/>
            <a:srcRect/>
            <a:stretch>
              <a:fillRect/>
            </a:stretch>
          </a:blipFill>
        </p:spPr>
        <p:txBody>
          <a:bodyPr vert="horz" wrap="square" lIns="144000" tIns="324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L="0" marR="0" lvl="0" indent="0" algn="l" defTabSz="914400" rtl="0" eaLnBrk="1" fontAlgn="ctr" latinLnBrk="0" hangingPunct="1">
              <a:lnSpc>
                <a:spcPct val="100000"/>
              </a:lnSpc>
              <a:spcBef>
                <a:spcPct val="0"/>
              </a:spcBef>
              <a:spcAft>
                <a:spcPts val="0"/>
              </a:spcAft>
              <a:buClrTx/>
              <a:buSzTx/>
              <a:buFontTx/>
              <a:buNone/>
              <a:tabLst/>
              <a:defRPr/>
            </a:pPr>
            <a:r>
              <a:rPr lang="ja-JP" altLang="en-US" dirty="0">
                <a:latin typeface="Yu Gothic UI"/>
                <a:ea typeface="Yu Gothic UI"/>
              </a:rPr>
              <a:t>４．</a:t>
            </a:r>
            <a:r>
              <a:rPr lang="en-US" altLang="ja-JP" dirty="0">
                <a:latin typeface="Yu Gothic UI"/>
                <a:ea typeface="Yu Gothic UI"/>
              </a:rPr>
              <a:t>BJT</a:t>
            </a:r>
            <a:r>
              <a:rPr lang="ja-JP" altLang="en-US" dirty="0">
                <a:latin typeface="Yu Gothic UI"/>
                <a:ea typeface="Yu Gothic UI"/>
              </a:rPr>
              <a:t>（ビジネス日本語能力テスト）とは？（１）</a:t>
            </a:r>
            <a:endParaRPr kumimoji="1" lang="ja-JP" altLang="en-US" sz="2000" b="1" i="0" u="none" strike="noStrike" kern="1200" cap="none" spc="0" normalizeH="0" baseline="0" noProof="0" dirty="0">
              <a:ln>
                <a:noFill/>
              </a:ln>
              <a:solidFill>
                <a:srgbClr val="000F78"/>
              </a:solidFill>
              <a:effectLst/>
              <a:uLnTx/>
              <a:uFillTx/>
              <a:latin typeface="Yu Gothic UI"/>
              <a:ea typeface="Yu Gothic UI"/>
              <a:cs typeface="+mj-cs"/>
            </a:endParaRPr>
          </a:p>
        </p:txBody>
      </p:sp>
      <p:sp>
        <p:nvSpPr>
          <p:cNvPr id="6" name="フッター プレースホルダー 3">
            <a:extLst>
              <a:ext uri="{FF2B5EF4-FFF2-40B4-BE49-F238E27FC236}">
                <a16:creationId xmlns:a16="http://schemas.microsoft.com/office/drawing/2014/main" id="{40A6E6D1-FC69-FDD1-162D-34D346693584}"/>
              </a:ext>
            </a:extLst>
          </p:cNvPr>
          <p:cNvSpPr txBox="1">
            <a:spLocks/>
          </p:cNvSpPr>
          <p:nvPr/>
        </p:nvSpPr>
        <p:spPr bwMode="auto">
          <a:xfrm>
            <a:off x="3028950" y="6356350"/>
            <a:ext cx="3086100" cy="365125"/>
          </a:xfrm>
          <a:prstGeom prst="rect">
            <a:avLst/>
          </a:prstGeom>
        </p:spPr>
        <p:txBody>
          <a:bodyPr vert="horz" lIns="91440" tIns="45720" rIns="91440" bIns="45720" rtlCol="0" anchor="ctr"/>
          <a:lstStyle>
            <a:defPPr>
              <a:defRPr lang="en-US"/>
            </a:defPPr>
            <a:lvl1pPr marL="0" algn="ct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r>
              <a:rPr lang="en-US" dirty="0" err="1">
                <a:solidFill>
                  <a:prstClr val="black">
                    <a:tint val="75000"/>
                  </a:prstClr>
                </a:solidFill>
                <a:latin typeface="Arial"/>
                <a:cs typeface="Arial"/>
              </a:rPr>
              <a:t>Copyright©Zhiming</a:t>
            </a:r>
            <a:r>
              <a:rPr lang="en-US" dirty="0">
                <a:solidFill>
                  <a:prstClr val="black">
                    <a:tint val="75000"/>
                  </a:prstClr>
                </a:solidFill>
                <a:latin typeface="Arial"/>
                <a:cs typeface="Arial"/>
              </a:rPr>
              <a:t> Software Japan, Ltd. All rights reserved.</a:t>
            </a:r>
            <a:endParaRPr lang="ja-JP" altLang="en-US" dirty="0">
              <a:solidFill>
                <a:prstClr val="black">
                  <a:tint val="75000"/>
                </a:prstClr>
              </a:solidFill>
              <a:latin typeface="Arial"/>
              <a:cs typeface="Arial"/>
            </a:endParaRPr>
          </a:p>
        </p:txBody>
      </p:sp>
      <p:sp>
        <p:nvSpPr>
          <p:cNvPr id="7" name="スライド番号プレースホルダー 4">
            <a:extLst>
              <a:ext uri="{FF2B5EF4-FFF2-40B4-BE49-F238E27FC236}">
                <a16:creationId xmlns:a16="http://schemas.microsoft.com/office/drawing/2014/main" id="{AF9ECE11-ACE6-0846-C345-FCCF5B90F17F}"/>
              </a:ext>
            </a:extLst>
          </p:cNvPr>
          <p:cNvSpPr txBox="1">
            <a:spLocks/>
          </p:cNvSpPr>
          <p:nvPr/>
        </p:nvSpPr>
        <p:spPr bwMode="auto">
          <a:xfrm>
            <a:off x="6835080" y="6356350"/>
            <a:ext cx="2057400" cy="365125"/>
          </a:xfrm>
          <a:prstGeom prst="rect">
            <a:avLst/>
          </a:prstGeom>
        </p:spPr>
        <p:txBody>
          <a:bodyPr vert="horz" lIns="91440" tIns="45720" rIns="91440" bIns="45720" rtlCol="0" anchor="ctr"/>
          <a:lstStyle>
            <a:defPPr>
              <a:defRPr lang="en-US"/>
            </a:defPPr>
            <a:lvl1pPr marL="0" algn="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fld id="{D1AEFF64-B9BB-4FAF-9A06-386313EB5484}" type="slidenum">
              <a:rPr lang="en-US" altLang="ja-JP" smtClean="0">
                <a:solidFill>
                  <a:prstClr val="black">
                    <a:tint val="75000"/>
                  </a:prstClr>
                </a:solidFill>
                <a:latin typeface="Arial"/>
                <a:cs typeface="Arial"/>
              </a:rPr>
              <a:pPr>
                <a:defRPr/>
              </a:pPr>
              <a:t>6</a:t>
            </a:fld>
            <a:endParaRPr lang="ja-JP" altLang="en-US" dirty="0">
              <a:solidFill>
                <a:prstClr val="black">
                  <a:tint val="75000"/>
                </a:prstClr>
              </a:solidFill>
              <a:latin typeface="Arial"/>
              <a:cs typeface="Arial"/>
            </a:endParaRPr>
          </a:p>
        </p:txBody>
      </p:sp>
      <p:sp>
        <p:nvSpPr>
          <p:cNvPr id="8" name="テキスト プレースホルダー 3">
            <a:extLst>
              <a:ext uri="{FF2B5EF4-FFF2-40B4-BE49-F238E27FC236}">
                <a16:creationId xmlns:a16="http://schemas.microsoft.com/office/drawing/2014/main" id="{16147945-117E-260E-A472-71A0171EFCE5}"/>
              </a:ext>
            </a:extLst>
          </p:cNvPr>
          <p:cNvSpPr txBox="1">
            <a:spLocks/>
          </p:cNvSpPr>
          <p:nvPr/>
        </p:nvSpPr>
        <p:spPr>
          <a:xfrm>
            <a:off x="251520" y="326974"/>
            <a:ext cx="8640960" cy="288925"/>
          </a:xfrm>
          <a:prstGeom prst="rect">
            <a:avLst/>
          </a:prstGeom>
        </p:spPr>
        <p:txBody>
          <a:bodyPr vert="horz" lIns="144000" tIns="46800" rIns="0" bIns="36000" rtlCol="0" anchor="b" anchorCtr="0">
            <a:noAutofit/>
          </a:bodyPr>
          <a:lstStyle>
            <a:lvl1pPr marL="0" indent="0" algn="l" defTabSz="914400" rtl="0" eaLnBrk="1" fontAlgn="ctr" latinLnBrk="0" hangingPunct="1">
              <a:lnSpc>
                <a:spcPct val="100000"/>
              </a:lnSpc>
              <a:spcBef>
                <a:spcPct val="0"/>
              </a:spcBef>
              <a:buClr>
                <a:srgbClr val="000F78"/>
              </a:buClr>
              <a:buFont typeface="Wingdings" panose="05000000000000000000" pitchFamily="2" charset="2"/>
              <a:buNone/>
              <a:defRPr kumimoji="1" lang="ja-JP" altLang="en-US" sz="1400" b="1" i="0" kern="1200" baseline="0" dirty="0" smtClean="0">
                <a:solidFill>
                  <a:srgbClr val="000F78"/>
                </a:solidFill>
                <a:latin typeface="+mj-ea"/>
                <a:ea typeface="+mj-ea"/>
                <a:cs typeface="+mj-cs"/>
              </a:defRPr>
            </a:lvl1pPr>
            <a:lvl2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a:solidFill>
                  <a:srgbClr val="000F78"/>
                </a:solidFill>
                <a:latin typeface="Yu Gothic UI" panose="020B0500000000000000" pitchFamily="50" charset="-128"/>
                <a:ea typeface="Yu Gothic UI" panose="020B0500000000000000" pitchFamily="50" charset="-128"/>
                <a:cs typeface="+mj-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ctr" latinLnBrk="0" hangingPunct="1">
              <a:lnSpc>
                <a:spcPct val="100000"/>
              </a:lnSpc>
              <a:spcBef>
                <a:spcPct val="0"/>
              </a:spcBef>
              <a:spcAft>
                <a:spcPts val="0"/>
              </a:spcAft>
              <a:buClr>
                <a:srgbClr val="000F78"/>
              </a:buClr>
              <a:buSzTx/>
              <a:buFont typeface="Wingdings" panose="05000000000000000000" pitchFamily="2" charset="2"/>
              <a:buNone/>
              <a:tabLst/>
              <a:defRPr/>
            </a:pP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BJT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（ビジネス日本語能力テスト）と</a:t>
            </a: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JLPT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（日本語能力試験）の相違点</a:t>
            </a:r>
          </a:p>
        </p:txBody>
      </p:sp>
      <p:sp>
        <p:nvSpPr>
          <p:cNvPr id="9" name="コンテンツ プレースホルダー 5">
            <a:extLst>
              <a:ext uri="{FF2B5EF4-FFF2-40B4-BE49-F238E27FC236}">
                <a16:creationId xmlns:a16="http://schemas.microsoft.com/office/drawing/2014/main" id="{3F8AD5AF-9EEE-1562-9582-C62ECC3AC54B}"/>
              </a:ext>
            </a:extLst>
          </p:cNvPr>
          <p:cNvSpPr txBox="1">
            <a:spLocks/>
          </p:cNvSpPr>
          <p:nvPr/>
        </p:nvSpPr>
        <p:spPr>
          <a:xfrm>
            <a:off x="405306" y="1284752"/>
            <a:ext cx="8476431" cy="5256683"/>
          </a:xfrm>
          <a:prstGeom prst="rect">
            <a:avLst/>
          </a:prstGeom>
        </p:spPr>
        <p:txBody>
          <a:bodyPr>
            <a:normAutofit/>
          </a:bodyPr>
          <a:lstStyle>
            <a:lvl1pPr marL="171450" indent="-171450" algn="l" defTabSz="685800">
              <a:lnSpc>
                <a:spcPct val="90000"/>
              </a:lnSpc>
              <a:spcBef>
                <a:spcPts val="749"/>
              </a:spcBef>
              <a:buFont typeface="Arial"/>
              <a:buChar char="•"/>
              <a:defRPr sz="2100">
                <a:solidFill>
                  <a:schemeClr val="tx1"/>
                </a:solidFill>
                <a:latin typeface="+mn-lt"/>
                <a:ea typeface="+mn-ea"/>
                <a:cs typeface="+mn-cs"/>
              </a:defRPr>
            </a:lvl1pPr>
            <a:lvl2pPr marL="514350" indent="-171450" algn="l" defTabSz="685800">
              <a:lnSpc>
                <a:spcPct val="90000"/>
              </a:lnSpc>
              <a:spcBef>
                <a:spcPts val="374"/>
              </a:spcBef>
              <a:buFont typeface="Arial"/>
              <a:buChar char="•"/>
              <a:defRPr sz="1800">
                <a:solidFill>
                  <a:schemeClr val="tx1"/>
                </a:solidFill>
                <a:latin typeface="+mn-lt"/>
                <a:ea typeface="+mn-ea"/>
                <a:cs typeface="+mn-cs"/>
              </a:defRPr>
            </a:lvl2pPr>
            <a:lvl3pPr marL="857250" indent="-171450" algn="l" defTabSz="685800">
              <a:lnSpc>
                <a:spcPct val="90000"/>
              </a:lnSpc>
              <a:spcBef>
                <a:spcPts val="374"/>
              </a:spcBef>
              <a:buFont typeface="Arial"/>
              <a:buChar char="•"/>
              <a:defRPr sz="1500">
                <a:solidFill>
                  <a:schemeClr val="tx1"/>
                </a:solidFill>
                <a:latin typeface="+mn-lt"/>
                <a:ea typeface="+mn-ea"/>
                <a:cs typeface="+mn-cs"/>
              </a:defRPr>
            </a:lvl3pPr>
            <a:lvl4pPr marL="1200150" indent="-171450" algn="l" defTabSz="685800">
              <a:lnSpc>
                <a:spcPct val="90000"/>
              </a:lnSpc>
              <a:spcBef>
                <a:spcPts val="374"/>
              </a:spcBef>
              <a:buFont typeface="Arial"/>
              <a:buChar char="•"/>
              <a:defRPr sz="1350">
                <a:solidFill>
                  <a:schemeClr val="tx1"/>
                </a:solidFill>
                <a:latin typeface="+mn-lt"/>
                <a:ea typeface="+mn-ea"/>
                <a:cs typeface="+mn-cs"/>
              </a:defRPr>
            </a:lvl4pPr>
            <a:lvl5pPr marL="1543050" indent="-171450" algn="l" defTabSz="685800">
              <a:lnSpc>
                <a:spcPct val="90000"/>
              </a:lnSpc>
              <a:spcBef>
                <a:spcPts val="374"/>
              </a:spcBef>
              <a:buFont typeface="Arial"/>
              <a:buChar char="•"/>
              <a:defRPr sz="1350">
                <a:solidFill>
                  <a:schemeClr val="tx1"/>
                </a:solidFill>
                <a:latin typeface="+mn-lt"/>
                <a:ea typeface="+mn-ea"/>
                <a:cs typeface="+mn-cs"/>
              </a:defRPr>
            </a:lvl5pPr>
            <a:lvl6pPr marL="1885950" indent="-171450" algn="l" defTabSz="685800">
              <a:lnSpc>
                <a:spcPct val="90000"/>
              </a:lnSpc>
              <a:spcBef>
                <a:spcPts val="374"/>
              </a:spcBef>
              <a:buFont typeface="Arial"/>
              <a:buChar char="•"/>
              <a:defRPr sz="1350">
                <a:solidFill>
                  <a:schemeClr val="tx1"/>
                </a:solidFill>
                <a:latin typeface="+mn-lt"/>
                <a:ea typeface="+mn-ea"/>
                <a:cs typeface="+mn-cs"/>
              </a:defRPr>
            </a:lvl6pPr>
            <a:lvl7pPr marL="2228850" indent="-171450" algn="l" defTabSz="685800">
              <a:lnSpc>
                <a:spcPct val="90000"/>
              </a:lnSpc>
              <a:spcBef>
                <a:spcPts val="374"/>
              </a:spcBef>
              <a:buFont typeface="Arial"/>
              <a:buChar char="•"/>
              <a:defRPr sz="1350">
                <a:solidFill>
                  <a:schemeClr val="tx1"/>
                </a:solidFill>
                <a:latin typeface="+mn-lt"/>
                <a:ea typeface="+mn-ea"/>
                <a:cs typeface="+mn-cs"/>
              </a:defRPr>
            </a:lvl7pPr>
            <a:lvl8pPr marL="2571750" indent="-171450" algn="l" defTabSz="685800">
              <a:lnSpc>
                <a:spcPct val="90000"/>
              </a:lnSpc>
              <a:spcBef>
                <a:spcPts val="374"/>
              </a:spcBef>
              <a:buFont typeface="Arial"/>
              <a:buChar char="•"/>
              <a:defRPr sz="1350">
                <a:solidFill>
                  <a:schemeClr val="tx1"/>
                </a:solidFill>
                <a:latin typeface="+mn-lt"/>
                <a:ea typeface="+mn-ea"/>
                <a:cs typeface="+mn-cs"/>
              </a:defRPr>
            </a:lvl8pPr>
            <a:lvl9pPr marL="2914650" indent="-171450" algn="l" defTabSz="685800">
              <a:lnSpc>
                <a:spcPct val="90000"/>
              </a:lnSpc>
              <a:spcBef>
                <a:spcPts val="374"/>
              </a:spcBef>
              <a:buFont typeface="Arial"/>
              <a:buChar char="•"/>
              <a:defRPr sz="1350">
                <a:solidFill>
                  <a:schemeClr val="tx1"/>
                </a:solidFill>
                <a:latin typeface="+mn-lt"/>
                <a:ea typeface="+mn-ea"/>
                <a:cs typeface="+mn-cs"/>
              </a:defRPr>
            </a:lvl9pPr>
          </a:lstStyle>
          <a:p>
            <a:pPr>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目的：ビジネス日本語の能力を測る</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ja-JP" altLang="en-US" sz="1600" dirty="0">
                <a:latin typeface="Meiryo UI" panose="020B0604030504040204" pitchFamily="50" charset="-128"/>
                <a:ea typeface="Meiryo UI" panose="020B0604030504040204" pitchFamily="50" charset="-128"/>
              </a:rPr>
              <a:t>　日本のビジネス社会では、日本ならではの言葉遣いや行動があり、</a:t>
            </a:r>
            <a:r>
              <a:rPr lang="en-US" altLang="ja-JP" sz="1600" dirty="0">
                <a:latin typeface="Meiryo UI" panose="020B0604030504040204" pitchFamily="50" charset="-128"/>
                <a:ea typeface="Meiryo UI" panose="020B0604030504040204" pitchFamily="50" charset="-128"/>
              </a:rPr>
              <a:t>BJT</a:t>
            </a:r>
            <a:r>
              <a:rPr lang="ja-JP" altLang="en-US" sz="1600" dirty="0">
                <a:latin typeface="Meiryo UI" panose="020B0604030504040204" pitchFamily="50" charset="-128"/>
                <a:ea typeface="Meiryo UI" panose="020B0604030504040204" pitchFamily="50" charset="-128"/>
              </a:rPr>
              <a:t>はそれらを使うビジネス・コミュニ</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ja-JP" altLang="en-US" sz="1600" dirty="0">
                <a:latin typeface="Meiryo UI" panose="020B0604030504040204" pitchFamily="50" charset="-128"/>
                <a:ea typeface="Meiryo UI" panose="020B0604030504040204" pitchFamily="50" charset="-128"/>
              </a:rPr>
              <a:t>　ケーションの能力を測るテストです。</a:t>
            </a:r>
            <a:endParaRPr lang="en-US" altLang="ja-JP" sz="1600" dirty="0">
              <a:latin typeface="Meiryo UI" panose="020B0604030504040204" pitchFamily="50" charset="-128"/>
              <a:ea typeface="Meiryo UI" panose="020B0604030504040204" pitchFamily="50" charset="-128"/>
            </a:endParaRPr>
          </a:p>
          <a:p>
            <a:pPr marL="0" indent="0">
              <a:buFont typeface="Arial"/>
              <a:buNone/>
            </a:pPr>
            <a:endParaRPr lang="en-US" altLang="ja-JP" sz="1600" dirty="0">
              <a:latin typeface="Meiryo UI" panose="020B0604030504040204" pitchFamily="50" charset="-128"/>
              <a:ea typeface="Meiryo UI" panose="020B0604030504040204" pitchFamily="50" charset="-128"/>
            </a:endParaRPr>
          </a:p>
          <a:p>
            <a:pPr>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対象：特に制限なし。（日本国籍者も受験可）</a:t>
            </a:r>
            <a:endParaRPr lang="en-US" altLang="ja-JP" sz="1600" dirty="0">
              <a:latin typeface="Meiryo UI" panose="020B0604030504040204" pitchFamily="50" charset="-128"/>
              <a:ea typeface="Meiryo UI" panose="020B0604030504040204" pitchFamily="50" charset="-128"/>
            </a:endParaRPr>
          </a:p>
          <a:p>
            <a:endParaRPr lang="en-US" altLang="ja-JP" sz="1600" dirty="0">
              <a:latin typeface="Meiryo UI" panose="020B0604030504040204" pitchFamily="50" charset="-128"/>
              <a:ea typeface="Meiryo UI" panose="020B0604030504040204" pitchFamily="50" charset="-128"/>
            </a:endParaRPr>
          </a:p>
          <a:p>
            <a:pPr>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問題数、出題形式：合計</a:t>
            </a:r>
            <a:r>
              <a:rPr lang="en-US" altLang="ja-JP" sz="1600" dirty="0">
                <a:latin typeface="Meiryo UI" panose="020B0604030504040204" pitchFamily="50" charset="-128"/>
                <a:ea typeface="Meiryo UI" panose="020B0604030504040204" pitchFamily="50" charset="-128"/>
              </a:rPr>
              <a:t>80</a:t>
            </a:r>
            <a:r>
              <a:rPr lang="ja-JP" altLang="en-US" sz="1600" dirty="0">
                <a:latin typeface="Meiryo UI" panose="020B0604030504040204" pitchFamily="50" charset="-128"/>
                <a:ea typeface="Meiryo UI" panose="020B0604030504040204" pitchFamily="50" charset="-128"/>
              </a:rPr>
              <a:t>問、四肢択一</a:t>
            </a:r>
            <a:endParaRPr lang="en-US" altLang="ja-JP" sz="1600" dirty="0">
              <a:latin typeface="Meiryo UI" panose="020B0604030504040204" pitchFamily="50" charset="-128"/>
              <a:ea typeface="Meiryo UI" panose="020B0604030504040204" pitchFamily="50" charset="-128"/>
            </a:endParaRPr>
          </a:p>
          <a:p>
            <a:pPr marL="0" indent="0">
              <a:buFont typeface="Arial"/>
              <a:buNone/>
            </a:pPr>
            <a:endParaRPr lang="en-US" altLang="ja-JP" sz="1600" dirty="0">
              <a:latin typeface="Meiryo UI" panose="020B0604030504040204" pitchFamily="50" charset="-128"/>
              <a:ea typeface="Meiryo UI" panose="020B0604030504040204" pitchFamily="50" charset="-128"/>
            </a:endParaRPr>
          </a:p>
          <a:p>
            <a:pPr>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時間：約２時間（テストの説明、アンケートを含む）</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ja-JP" altLang="en-US" sz="1600" dirty="0">
                <a:latin typeface="Meiryo UI" panose="020B0604030504040204" pitchFamily="50" charset="-128"/>
                <a:ea typeface="Meiryo UI" panose="020B0604030504040204" pitchFamily="50" charset="-128"/>
              </a:rPr>
              <a:t>　　　　　 聴解 約</a:t>
            </a:r>
            <a:r>
              <a:rPr lang="en-US" altLang="ja-JP" sz="1600" dirty="0">
                <a:latin typeface="Meiryo UI" panose="020B0604030504040204" pitchFamily="50" charset="-128"/>
                <a:ea typeface="Meiryo UI" panose="020B0604030504040204" pitchFamily="50" charset="-128"/>
              </a:rPr>
              <a:t>45</a:t>
            </a:r>
            <a:r>
              <a:rPr lang="ja-JP" altLang="en-US" sz="1600" dirty="0">
                <a:latin typeface="Meiryo UI" panose="020B0604030504040204" pitchFamily="50" charset="-128"/>
                <a:ea typeface="Meiryo UI" panose="020B0604030504040204" pitchFamily="50" charset="-128"/>
              </a:rPr>
              <a:t>分、聴読解 約</a:t>
            </a:r>
            <a:r>
              <a:rPr lang="en-US" altLang="ja-JP" sz="1600" dirty="0">
                <a:latin typeface="Meiryo UI" panose="020B0604030504040204" pitchFamily="50" charset="-128"/>
                <a:ea typeface="Meiryo UI" panose="020B0604030504040204" pitchFamily="50" charset="-128"/>
              </a:rPr>
              <a:t>30</a:t>
            </a:r>
            <a:r>
              <a:rPr lang="ja-JP" altLang="en-US" sz="1600" dirty="0">
                <a:latin typeface="Meiryo UI" panose="020B0604030504040204" pitchFamily="50" charset="-128"/>
                <a:ea typeface="Meiryo UI" panose="020B0604030504040204" pitchFamily="50" charset="-128"/>
              </a:rPr>
              <a:t>分、読解 約</a:t>
            </a:r>
            <a:r>
              <a:rPr lang="en-US" altLang="ja-JP" sz="1600" dirty="0">
                <a:latin typeface="Meiryo UI" panose="020B0604030504040204" pitchFamily="50" charset="-128"/>
                <a:ea typeface="Meiryo UI" panose="020B0604030504040204" pitchFamily="50" charset="-128"/>
              </a:rPr>
              <a:t>30</a:t>
            </a:r>
            <a:r>
              <a:rPr lang="ja-JP" altLang="en-US" sz="1600" dirty="0">
                <a:latin typeface="Meiryo UI" panose="020B0604030504040204" pitchFamily="50" charset="-128"/>
                <a:ea typeface="Meiryo UI" panose="020B0604030504040204" pitchFamily="50" charset="-128"/>
              </a:rPr>
              <a:t>分</a:t>
            </a:r>
            <a:endParaRPr lang="en-US" altLang="ja-JP" sz="1600" dirty="0">
              <a:latin typeface="Meiryo UI" panose="020B0604030504040204" pitchFamily="50" charset="-128"/>
              <a:ea typeface="Meiryo UI" panose="020B0604030504040204" pitchFamily="50" charset="-128"/>
            </a:endParaRPr>
          </a:p>
          <a:p>
            <a:pPr marL="0" indent="0">
              <a:buFont typeface="Arial"/>
              <a:buNone/>
            </a:pPr>
            <a:endParaRPr lang="en-US" altLang="ja-JP" sz="1600" dirty="0">
              <a:latin typeface="Meiryo UI" panose="020B0604030504040204" pitchFamily="50" charset="-128"/>
              <a:ea typeface="Meiryo UI" panose="020B0604030504040204" pitchFamily="50" charset="-128"/>
            </a:endParaRPr>
          </a:p>
          <a:p>
            <a:pPr>
              <a:buFont typeface="Wingdings" panose="05000000000000000000" pitchFamily="2" charset="2"/>
              <a:buChar char="n"/>
            </a:pPr>
            <a:r>
              <a:rPr lang="ja-JP" altLang="en-US" sz="1600" dirty="0">
                <a:latin typeface="Meiryo UI" panose="020B0604030504040204" pitchFamily="50" charset="-128"/>
                <a:ea typeface="Meiryo UI" panose="020B0604030504040204" pitchFamily="50" charset="-128"/>
              </a:rPr>
              <a:t>公的機関での評価：</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ja-JP" altLang="en-US" sz="1600" dirty="0">
                <a:latin typeface="Meiryo UI" panose="020B0604030504040204" pitchFamily="50" charset="-128"/>
                <a:ea typeface="Meiryo UI" panose="020B0604030504040204" pitchFamily="50" charset="-128"/>
              </a:rPr>
              <a:t>　入国管理局は、日本語能力試験（</a:t>
            </a:r>
            <a:r>
              <a:rPr lang="en-US" altLang="ja-JP" sz="1600" dirty="0">
                <a:latin typeface="Meiryo UI" panose="020B0604030504040204" pitchFamily="50" charset="-128"/>
                <a:ea typeface="Meiryo UI" panose="020B0604030504040204" pitchFamily="50" charset="-128"/>
              </a:rPr>
              <a:t>JLPT</a:t>
            </a:r>
            <a:r>
              <a:rPr lang="ja-JP" altLang="en-US" sz="1600" dirty="0">
                <a:latin typeface="Meiryo UI" panose="020B0604030504040204" pitchFamily="50" charset="-128"/>
                <a:ea typeface="Meiryo UI" panose="020B0604030504040204" pitchFamily="50" charset="-128"/>
              </a:rPr>
              <a:t>）の「</a:t>
            </a:r>
            <a:r>
              <a:rPr lang="en-US" altLang="ja-JP" sz="1600" dirty="0">
                <a:latin typeface="Meiryo UI" panose="020B0604030504040204" pitchFamily="50" charset="-128"/>
                <a:ea typeface="Meiryo UI" panose="020B0604030504040204" pitchFamily="50" charset="-128"/>
              </a:rPr>
              <a:t>N1</a:t>
            </a:r>
            <a:r>
              <a:rPr lang="ja-JP" altLang="en-US" sz="1600" dirty="0">
                <a:latin typeface="Meiryo UI" panose="020B0604030504040204" pitchFamily="50" charset="-128"/>
                <a:ea typeface="Meiryo UI" panose="020B0604030504040204" pitchFamily="50" charset="-128"/>
              </a:rPr>
              <a:t>」と</a:t>
            </a:r>
            <a:r>
              <a:rPr lang="en-US" altLang="ja-JP" sz="1600" dirty="0">
                <a:latin typeface="Meiryo UI" panose="020B0604030504040204" pitchFamily="50" charset="-128"/>
                <a:ea typeface="Meiryo UI" panose="020B0604030504040204" pitchFamily="50" charset="-128"/>
              </a:rPr>
              <a:t>BJT</a:t>
            </a:r>
            <a:r>
              <a:rPr lang="ja-JP" altLang="en-US" sz="1600" dirty="0">
                <a:latin typeface="Meiryo UI" panose="020B0604030504040204" pitchFamily="50" charset="-128"/>
                <a:ea typeface="Meiryo UI" panose="020B0604030504040204" pitchFamily="50" charset="-128"/>
              </a:rPr>
              <a:t>の「</a:t>
            </a:r>
            <a:r>
              <a:rPr lang="en-US" altLang="ja-JP" sz="1600" dirty="0">
                <a:latin typeface="Meiryo UI" panose="020B0604030504040204" pitchFamily="50" charset="-128"/>
                <a:ea typeface="Meiryo UI" panose="020B0604030504040204" pitchFamily="50" charset="-128"/>
              </a:rPr>
              <a:t>480</a:t>
            </a:r>
            <a:r>
              <a:rPr lang="ja-JP" altLang="en-US" sz="1600" dirty="0">
                <a:latin typeface="Meiryo UI" panose="020B0604030504040204" pitchFamily="50" charset="-128"/>
                <a:ea typeface="Meiryo UI" panose="020B0604030504040204" pitchFamily="50" charset="-128"/>
              </a:rPr>
              <a:t>点以上」を同等と見なしています。</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「高度人材ポイント制」で特別加算として</a:t>
            </a:r>
            <a:r>
              <a:rPr lang="en-US" altLang="ja-JP" sz="1600" dirty="0">
                <a:latin typeface="Meiryo UI" panose="020B0604030504040204" pitchFamily="50" charset="-128"/>
                <a:ea typeface="Meiryo UI" panose="020B0604030504040204" pitchFamily="50" charset="-128"/>
              </a:rPr>
              <a:t>15</a:t>
            </a:r>
            <a:r>
              <a:rPr lang="ja-JP" altLang="en-US" sz="1600" dirty="0">
                <a:latin typeface="Meiryo UI" panose="020B0604030504040204" pitchFamily="50" charset="-128"/>
                <a:ea typeface="Meiryo UI" panose="020B0604030504040204" pitchFamily="50" charset="-128"/>
              </a:rPr>
              <a:t>点加算されます。</a:t>
            </a:r>
            <a:endParaRPr lang="en-US" altLang="ja-JP" sz="1600" dirty="0">
              <a:latin typeface="Meiryo UI" panose="020B0604030504040204" pitchFamily="50" charset="-128"/>
              <a:ea typeface="Meiryo UI" panose="020B0604030504040204" pitchFamily="50" charset="-128"/>
            </a:endParaRPr>
          </a:p>
          <a:p>
            <a:pPr marL="0" indent="0">
              <a:buFont typeface="Arial"/>
              <a:buNone/>
            </a:pPr>
            <a:r>
              <a:rPr lang="en-US" altLang="ja-JP"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hlinkClick r:id="rId4"/>
              </a:rPr>
              <a:t>http://www.moj.go.jp/isa/content/930001663.pdf</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（問</a:t>
            </a:r>
            <a:r>
              <a:rPr lang="en-US" altLang="ja-JP" sz="1600" dirty="0">
                <a:latin typeface="Meiryo UI" panose="020B0604030504040204" pitchFamily="50" charset="-128"/>
                <a:ea typeface="Meiryo UI" panose="020B0604030504040204" pitchFamily="50" charset="-128"/>
              </a:rPr>
              <a:t>15</a:t>
            </a:r>
            <a:r>
              <a:rPr lang="ja-JP" altLang="en-US" sz="1600" dirty="0">
                <a:latin typeface="Meiryo UI" panose="020B0604030504040204" pitchFamily="50" charset="-128"/>
                <a:ea typeface="Meiryo UI" panose="020B0604030504040204" pitchFamily="50" charset="-128"/>
              </a:rPr>
              <a:t>）</a:t>
            </a:r>
            <a:endParaRPr lang="en-US" altLang="ja-JP" sz="1600" dirty="0">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87E256C1-B81E-CA31-9A6D-C4ACF6374B65}"/>
              </a:ext>
            </a:extLst>
          </p:cNvPr>
          <p:cNvPicPr>
            <a:picLocks noChangeAspect="1"/>
          </p:cNvPicPr>
          <p:nvPr/>
        </p:nvPicPr>
        <p:blipFill>
          <a:blip r:embed="rId5"/>
          <a:stretch>
            <a:fillRect/>
          </a:stretch>
        </p:blipFill>
        <p:spPr>
          <a:xfrm>
            <a:off x="5796136" y="2629678"/>
            <a:ext cx="2736304" cy="799322"/>
          </a:xfrm>
          <a:prstGeom prst="rect">
            <a:avLst/>
          </a:prstGeom>
        </p:spPr>
      </p:pic>
    </p:spTree>
    <p:extLst>
      <p:ext uri="{BB962C8B-B14F-4D97-AF65-F5344CB8AC3E}">
        <p14:creationId xmlns:p14="http://schemas.microsoft.com/office/powerpoint/2010/main" val="391539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B292A803-95DA-CCE9-F830-17EBDD0A4DF0}"/>
              </a:ext>
            </a:extLst>
          </p:cNvPr>
          <p:cNvSpPr txBox="1">
            <a:spLocks noGrp="1"/>
          </p:cNvSpPr>
          <p:nvPr>
            <p:ph type="title"/>
          </p:nvPr>
        </p:nvSpPr>
        <p:spPr>
          <a:xfrm>
            <a:off x="251520" y="332656"/>
            <a:ext cx="8640960" cy="671292"/>
          </a:xfrm>
          <a:prstGeom prst="rect">
            <a:avLst/>
          </a:prstGeom>
          <a:blipFill dpi="0" rotWithShape="1">
            <a:blip r:embed="rId3"/>
            <a:srcRect/>
            <a:stretch>
              <a:fillRect/>
            </a:stretch>
          </a:blipFill>
        </p:spPr>
        <p:txBody>
          <a:bodyPr vert="horz" wrap="square" lIns="144000" tIns="324000" rIns="0" bIns="36000" rtlCol="0" anchor="t" anchorCtr="0">
            <a:spAutoFit/>
          </a:bodyPr>
          <a:lstStyle>
            <a:lvl1pPr algn="l" defTabSz="914400" rtl="0" eaLnBrk="1" fontAlgn="ctr" latinLnBrk="0" hangingPunct="1">
              <a:lnSpc>
                <a:spcPct val="100000"/>
              </a:lnSpc>
              <a:spcBef>
                <a:spcPct val="0"/>
              </a:spcBef>
              <a:buNone/>
              <a:defRPr kumimoji="1" sz="2000" b="1" i="0" kern="1200" baseline="0">
                <a:solidFill>
                  <a:srgbClr val="000F78"/>
                </a:solidFill>
                <a:latin typeface="+mj-ea"/>
                <a:ea typeface="+mj-ea"/>
                <a:cs typeface="+mj-cs"/>
              </a:defRPr>
            </a:lvl1pPr>
          </a:lstStyle>
          <a:p>
            <a:pPr marL="0" marR="0" lvl="0" indent="0" algn="l" defTabSz="914400" rtl="0" eaLnBrk="1" fontAlgn="ctr" latinLnBrk="0" hangingPunct="1">
              <a:lnSpc>
                <a:spcPct val="100000"/>
              </a:lnSpc>
              <a:spcBef>
                <a:spcPct val="0"/>
              </a:spcBef>
              <a:spcAft>
                <a:spcPts val="0"/>
              </a:spcAft>
              <a:buClrTx/>
              <a:buSzTx/>
              <a:buFontTx/>
              <a:buNone/>
              <a:tabLst/>
              <a:defRPr/>
            </a:pPr>
            <a:r>
              <a:rPr lang="ja-JP" altLang="en-US" dirty="0">
                <a:latin typeface="Yu Gothic UI"/>
                <a:ea typeface="Yu Gothic UI"/>
              </a:rPr>
              <a:t>４．</a:t>
            </a:r>
            <a:r>
              <a:rPr lang="en-US" altLang="ja-JP" dirty="0">
                <a:latin typeface="Yu Gothic UI"/>
                <a:ea typeface="Yu Gothic UI"/>
              </a:rPr>
              <a:t>BJT</a:t>
            </a:r>
            <a:r>
              <a:rPr lang="ja-JP" altLang="en-US" dirty="0">
                <a:latin typeface="Yu Gothic UI"/>
                <a:ea typeface="Yu Gothic UI"/>
              </a:rPr>
              <a:t>（ビジネス日本語能力テスト）とは？（２）</a:t>
            </a:r>
            <a:endParaRPr kumimoji="1" lang="ja-JP" altLang="en-US" sz="2000" b="1" i="0" u="none" strike="noStrike" kern="1200" cap="none" spc="0" normalizeH="0" baseline="0" noProof="0" dirty="0">
              <a:ln>
                <a:noFill/>
              </a:ln>
              <a:solidFill>
                <a:srgbClr val="000F78"/>
              </a:solidFill>
              <a:effectLst/>
              <a:uLnTx/>
              <a:uFillTx/>
              <a:latin typeface="Yu Gothic UI"/>
              <a:ea typeface="Yu Gothic UI"/>
              <a:cs typeface="+mj-cs"/>
            </a:endParaRPr>
          </a:p>
        </p:txBody>
      </p:sp>
      <p:sp>
        <p:nvSpPr>
          <p:cNvPr id="6" name="フッター プレースホルダー 3">
            <a:extLst>
              <a:ext uri="{FF2B5EF4-FFF2-40B4-BE49-F238E27FC236}">
                <a16:creationId xmlns:a16="http://schemas.microsoft.com/office/drawing/2014/main" id="{40A6E6D1-FC69-FDD1-162D-34D346693584}"/>
              </a:ext>
            </a:extLst>
          </p:cNvPr>
          <p:cNvSpPr txBox="1">
            <a:spLocks/>
          </p:cNvSpPr>
          <p:nvPr/>
        </p:nvSpPr>
        <p:spPr bwMode="auto">
          <a:xfrm>
            <a:off x="3028950" y="6356350"/>
            <a:ext cx="3086100" cy="365125"/>
          </a:xfrm>
          <a:prstGeom prst="rect">
            <a:avLst/>
          </a:prstGeom>
        </p:spPr>
        <p:txBody>
          <a:bodyPr vert="horz" lIns="91440" tIns="45720" rIns="91440" bIns="45720" rtlCol="0" anchor="ctr"/>
          <a:lstStyle>
            <a:defPPr>
              <a:defRPr lang="en-US"/>
            </a:defPPr>
            <a:lvl1pPr marL="0" algn="ct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r>
              <a:rPr lang="en-US" dirty="0" err="1">
                <a:solidFill>
                  <a:prstClr val="black">
                    <a:tint val="75000"/>
                  </a:prstClr>
                </a:solidFill>
                <a:latin typeface="Arial"/>
                <a:cs typeface="Arial"/>
              </a:rPr>
              <a:t>Copyright©Zhiming</a:t>
            </a:r>
            <a:r>
              <a:rPr lang="en-US" dirty="0">
                <a:solidFill>
                  <a:prstClr val="black">
                    <a:tint val="75000"/>
                  </a:prstClr>
                </a:solidFill>
                <a:latin typeface="Arial"/>
                <a:cs typeface="Arial"/>
              </a:rPr>
              <a:t> Software Japan, Ltd. All rights reserved.</a:t>
            </a:r>
            <a:endParaRPr lang="ja-JP" altLang="en-US" dirty="0">
              <a:solidFill>
                <a:prstClr val="black">
                  <a:tint val="75000"/>
                </a:prstClr>
              </a:solidFill>
              <a:latin typeface="Arial"/>
              <a:cs typeface="Arial"/>
            </a:endParaRPr>
          </a:p>
        </p:txBody>
      </p:sp>
      <p:sp>
        <p:nvSpPr>
          <p:cNvPr id="7" name="スライド番号プレースホルダー 4">
            <a:extLst>
              <a:ext uri="{FF2B5EF4-FFF2-40B4-BE49-F238E27FC236}">
                <a16:creationId xmlns:a16="http://schemas.microsoft.com/office/drawing/2014/main" id="{AF9ECE11-ACE6-0846-C345-FCCF5B90F17F}"/>
              </a:ext>
            </a:extLst>
          </p:cNvPr>
          <p:cNvSpPr txBox="1">
            <a:spLocks/>
          </p:cNvSpPr>
          <p:nvPr/>
        </p:nvSpPr>
        <p:spPr bwMode="auto">
          <a:xfrm>
            <a:off x="6835080" y="6356350"/>
            <a:ext cx="2057400" cy="365125"/>
          </a:xfrm>
          <a:prstGeom prst="rect">
            <a:avLst/>
          </a:prstGeom>
        </p:spPr>
        <p:txBody>
          <a:bodyPr vert="horz" lIns="91440" tIns="45720" rIns="91440" bIns="45720" rtlCol="0" anchor="ctr"/>
          <a:lstStyle>
            <a:defPPr>
              <a:defRPr lang="en-US"/>
            </a:defPPr>
            <a:lvl1pPr marL="0" algn="r" defTabSz="457200">
              <a:defRPr sz="900">
                <a:solidFill>
                  <a:schemeClr val="tx1">
                    <a:tint val="75000"/>
                  </a:schemeClr>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a:lstStyle>
          <a:p>
            <a:pPr>
              <a:defRPr/>
            </a:pPr>
            <a:fld id="{D1AEFF64-B9BB-4FAF-9A06-386313EB5484}" type="slidenum">
              <a:rPr lang="en-US" altLang="ja-JP" smtClean="0">
                <a:solidFill>
                  <a:prstClr val="black">
                    <a:tint val="75000"/>
                  </a:prstClr>
                </a:solidFill>
                <a:latin typeface="Arial"/>
                <a:cs typeface="Arial"/>
              </a:rPr>
              <a:pPr>
                <a:defRPr/>
              </a:pPr>
              <a:t>7</a:t>
            </a:fld>
            <a:endParaRPr lang="ja-JP" altLang="en-US" dirty="0">
              <a:solidFill>
                <a:prstClr val="black">
                  <a:tint val="75000"/>
                </a:prstClr>
              </a:solidFill>
              <a:latin typeface="Arial"/>
              <a:cs typeface="Arial"/>
            </a:endParaRPr>
          </a:p>
        </p:txBody>
      </p:sp>
      <p:sp>
        <p:nvSpPr>
          <p:cNvPr id="8" name="テキスト プレースホルダー 3">
            <a:extLst>
              <a:ext uri="{FF2B5EF4-FFF2-40B4-BE49-F238E27FC236}">
                <a16:creationId xmlns:a16="http://schemas.microsoft.com/office/drawing/2014/main" id="{16147945-117E-260E-A472-71A0171EFCE5}"/>
              </a:ext>
            </a:extLst>
          </p:cNvPr>
          <p:cNvSpPr txBox="1">
            <a:spLocks/>
          </p:cNvSpPr>
          <p:nvPr/>
        </p:nvSpPr>
        <p:spPr>
          <a:xfrm>
            <a:off x="251520" y="326974"/>
            <a:ext cx="8640960" cy="288925"/>
          </a:xfrm>
          <a:prstGeom prst="rect">
            <a:avLst/>
          </a:prstGeom>
        </p:spPr>
        <p:txBody>
          <a:bodyPr vert="horz" lIns="144000" tIns="46800" rIns="0" bIns="36000" rtlCol="0" anchor="b" anchorCtr="0">
            <a:noAutofit/>
          </a:bodyPr>
          <a:lstStyle>
            <a:lvl1pPr marL="0" indent="0" algn="l" defTabSz="914400" rtl="0" eaLnBrk="1" fontAlgn="ctr" latinLnBrk="0" hangingPunct="1">
              <a:lnSpc>
                <a:spcPct val="100000"/>
              </a:lnSpc>
              <a:spcBef>
                <a:spcPct val="0"/>
              </a:spcBef>
              <a:buClr>
                <a:srgbClr val="000F78"/>
              </a:buClr>
              <a:buFont typeface="Wingdings" panose="05000000000000000000" pitchFamily="2" charset="2"/>
              <a:buNone/>
              <a:defRPr kumimoji="1" lang="ja-JP" altLang="en-US" sz="1400" b="1" i="0" kern="1200" baseline="0" dirty="0" smtClean="0">
                <a:solidFill>
                  <a:srgbClr val="000F78"/>
                </a:solidFill>
                <a:latin typeface="+mj-ea"/>
                <a:ea typeface="+mj-ea"/>
                <a:cs typeface="+mj-cs"/>
              </a:defRPr>
            </a:lvl1pPr>
            <a:lvl2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2pPr>
            <a:lvl3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3pPr>
            <a:lvl4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smtClean="0">
                <a:solidFill>
                  <a:srgbClr val="000F78"/>
                </a:solidFill>
                <a:latin typeface="Yu Gothic UI" panose="020B0500000000000000" pitchFamily="50" charset="-128"/>
                <a:ea typeface="Yu Gothic UI" panose="020B0500000000000000" pitchFamily="50" charset="-128"/>
                <a:cs typeface="+mj-cs"/>
              </a:defRPr>
            </a:lvl4pPr>
            <a:lvl5pPr marL="0" indent="0" algn="l" defTabSz="914400" rtl="0" eaLnBrk="1" fontAlgn="ctr" latinLnBrk="0" hangingPunct="1">
              <a:lnSpc>
                <a:spcPct val="100000"/>
              </a:lnSpc>
              <a:spcBef>
                <a:spcPct val="0"/>
              </a:spcBef>
              <a:buClr>
                <a:srgbClr val="000F78"/>
              </a:buClr>
              <a:buFont typeface="Wingdings" panose="05000000000000000000" pitchFamily="2" charset="2"/>
              <a:buNone/>
              <a:tabLst/>
              <a:defRPr kumimoji="1" lang="ja-JP" altLang="en-US" sz="1400" b="1" i="0" kern="1200" baseline="0" dirty="0">
                <a:solidFill>
                  <a:srgbClr val="000F78"/>
                </a:solidFill>
                <a:latin typeface="Yu Gothic UI" panose="020B0500000000000000" pitchFamily="50" charset="-128"/>
                <a:ea typeface="Yu Gothic UI" panose="020B0500000000000000" pitchFamily="50" charset="-128"/>
                <a:cs typeface="+mj-cs"/>
              </a:defRPr>
            </a:lvl5pPr>
            <a:lvl6pPr marL="1990725" indent="-190500" algn="l" defTabSz="914400" rtl="0" eaLnBrk="1" latinLnBrk="0" hangingPunct="1">
              <a:lnSpc>
                <a:spcPct val="90000"/>
              </a:lnSpc>
              <a:spcBef>
                <a:spcPts val="500"/>
              </a:spcBef>
              <a:buClr>
                <a:srgbClr val="000F78"/>
              </a:buClr>
              <a:buFont typeface="Arial" panose="020B0604020202020204" pitchFamily="34" charset="0"/>
              <a:buChar char="•"/>
              <a:defRPr kumimoji="1" sz="1200" kern="1200">
                <a:solidFill>
                  <a:schemeClr val="tx1"/>
                </a:solidFill>
                <a:latin typeface="Yu Gothic UI" panose="020B0500000000000000" pitchFamily="50" charset="-128"/>
                <a:ea typeface="Yu Gothic UI" panose="020B0500000000000000"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ctr" latinLnBrk="0" hangingPunct="1">
              <a:lnSpc>
                <a:spcPct val="100000"/>
              </a:lnSpc>
              <a:spcBef>
                <a:spcPct val="0"/>
              </a:spcBef>
              <a:spcAft>
                <a:spcPts val="0"/>
              </a:spcAft>
              <a:buClr>
                <a:srgbClr val="000F78"/>
              </a:buClr>
              <a:buSzTx/>
              <a:buFont typeface="Wingdings" panose="05000000000000000000" pitchFamily="2" charset="2"/>
              <a:buNone/>
              <a:tabLst/>
              <a:defRPr/>
            </a:pP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BJT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（ビジネス日本語能力テスト）と</a:t>
            </a:r>
            <a:r>
              <a:rPr kumimoji="1" lang="en-US" altLang="ja-JP" sz="1400" b="1" i="0" u="none" strike="noStrike" kern="1200" cap="none" spc="0" normalizeH="0" baseline="0" noProof="0" dirty="0">
                <a:ln>
                  <a:noFill/>
                </a:ln>
                <a:solidFill>
                  <a:srgbClr val="000F78"/>
                </a:solidFill>
                <a:effectLst/>
                <a:uLnTx/>
                <a:uFillTx/>
                <a:latin typeface="Yu Gothic UI"/>
                <a:ea typeface="Yu Gothic UI"/>
                <a:cs typeface="+mj-cs"/>
              </a:rPr>
              <a:t>JLPT</a:t>
            </a:r>
            <a:r>
              <a:rPr kumimoji="1" lang="ja-JP" altLang="en-US" sz="1400" b="1" i="0" u="none" strike="noStrike" kern="1200" cap="none" spc="0" normalizeH="0" baseline="0" noProof="0" dirty="0">
                <a:ln>
                  <a:noFill/>
                </a:ln>
                <a:solidFill>
                  <a:srgbClr val="000F78"/>
                </a:solidFill>
                <a:effectLst/>
                <a:uLnTx/>
                <a:uFillTx/>
                <a:latin typeface="Yu Gothic UI"/>
                <a:ea typeface="Yu Gothic UI"/>
                <a:cs typeface="+mj-cs"/>
              </a:rPr>
              <a:t>（日本語能力試験）の相違点</a:t>
            </a:r>
          </a:p>
        </p:txBody>
      </p:sp>
      <p:sp>
        <p:nvSpPr>
          <p:cNvPr id="2" name="コンテンツ プレースホルダー 5">
            <a:extLst>
              <a:ext uri="{FF2B5EF4-FFF2-40B4-BE49-F238E27FC236}">
                <a16:creationId xmlns:a16="http://schemas.microsoft.com/office/drawing/2014/main" id="{325ACC24-E7A4-7B6B-9F7F-630A0D3D2B0A}"/>
              </a:ext>
            </a:extLst>
          </p:cNvPr>
          <p:cNvSpPr txBox="1">
            <a:spLocks/>
          </p:cNvSpPr>
          <p:nvPr/>
        </p:nvSpPr>
        <p:spPr>
          <a:xfrm>
            <a:off x="467544" y="1100350"/>
            <a:ext cx="8764463" cy="5159598"/>
          </a:xfrm>
          <a:prstGeom prst="rect">
            <a:avLst/>
          </a:prstGeom>
        </p:spPr>
        <p:txBody>
          <a:bodyPr/>
          <a:lstStyle>
            <a:lvl1pPr marL="171450" indent="-171450" algn="l" defTabSz="685800">
              <a:lnSpc>
                <a:spcPct val="90000"/>
              </a:lnSpc>
              <a:spcBef>
                <a:spcPts val="749"/>
              </a:spcBef>
              <a:buFont typeface="Arial"/>
              <a:buChar char="•"/>
              <a:defRPr sz="2100">
                <a:solidFill>
                  <a:schemeClr val="tx1"/>
                </a:solidFill>
                <a:latin typeface="+mn-lt"/>
                <a:ea typeface="+mn-ea"/>
                <a:cs typeface="+mn-cs"/>
              </a:defRPr>
            </a:lvl1pPr>
            <a:lvl2pPr marL="514350" indent="-171450" algn="l" defTabSz="685800">
              <a:lnSpc>
                <a:spcPct val="90000"/>
              </a:lnSpc>
              <a:spcBef>
                <a:spcPts val="374"/>
              </a:spcBef>
              <a:buFont typeface="Arial"/>
              <a:buChar char="•"/>
              <a:defRPr sz="1800">
                <a:solidFill>
                  <a:schemeClr val="tx1"/>
                </a:solidFill>
                <a:latin typeface="+mn-lt"/>
                <a:ea typeface="+mn-ea"/>
                <a:cs typeface="+mn-cs"/>
              </a:defRPr>
            </a:lvl2pPr>
            <a:lvl3pPr marL="857250" indent="-171450" algn="l" defTabSz="685800">
              <a:lnSpc>
                <a:spcPct val="90000"/>
              </a:lnSpc>
              <a:spcBef>
                <a:spcPts val="374"/>
              </a:spcBef>
              <a:buFont typeface="Arial"/>
              <a:buChar char="•"/>
              <a:defRPr sz="1500">
                <a:solidFill>
                  <a:schemeClr val="tx1"/>
                </a:solidFill>
                <a:latin typeface="+mn-lt"/>
                <a:ea typeface="+mn-ea"/>
                <a:cs typeface="+mn-cs"/>
              </a:defRPr>
            </a:lvl3pPr>
            <a:lvl4pPr marL="1200150" indent="-171450" algn="l" defTabSz="685800">
              <a:lnSpc>
                <a:spcPct val="90000"/>
              </a:lnSpc>
              <a:spcBef>
                <a:spcPts val="374"/>
              </a:spcBef>
              <a:buFont typeface="Arial"/>
              <a:buChar char="•"/>
              <a:defRPr sz="1350">
                <a:solidFill>
                  <a:schemeClr val="tx1"/>
                </a:solidFill>
                <a:latin typeface="+mn-lt"/>
                <a:ea typeface="+mn-ea"/>
                <a:cs typeface="+mn-cs"/>
              </a:defRPr>
            </a:lvl4pPr>
            <a:lvl5pPr marL="1543050" indent="-171450" algn="l" defTabSz="685800">
              <a:lnSpc>
                <a:spcPct val="90000"/>
              </a:lnSpc>
              <a:spcBef>
                <a:spcPts val="374"/>
              </a:spcBef>
              <a:buFont typeface="Arial"/>
              <a:buChar char="•"/>
              <a:defRPr sz="1350">
                <a:solidFill>
                  <a:schemeClr val="tx1"/>
                </a:solidFill>
                <a:latin typeface="+mn-lt"/>
                <a:ea typeface="+mn-ea"/>
                <a:cs typeface="+mn-cs"/>
              </a:defRPr>
            </a:lvl5pPr>
            <a:lvl6pPr marL="1885950" indent="-171450" algn="l" defTabSz="685800">
              <a:lnSpc>
                <a:spcPct val="90000"/>
              </a:lnSpc>
              <a:spcBef>
                <a:spcPts val="374"/>
              </a:spcBef>
              <a:buFont typeface="Arial"/>
              <a:buChar char="•"/>
              <a:defRPr sz="1350">
                <a:solidFill>
                  <a:schemeClr val="tx1"/>
                </a:solidFill>
                <a:latin typeface="+mn-lt"/>
                <a:ea typeface="+mn-ea"/>
                <a:cs typeface="+mn-cs"/>
              </a:defRPr>
            </a:lvl6pPr>
            <a:lvl7pPr marL="2228850" indent="-171450" algn="l" defTabSz="685800">
              <a:lnSpc>
                <a:spcPct val="90000"/>
              </a:lnSpc>
              <a:spcBef>
                <a:spcPts val="374"/>
              </a:spcBef>
              <a:buFont typeface="Arial"/>
              <a:buChar char="•"/>
              <a:defRPr sz="1350">
                <a:solidFill>
                  <a:schemeClr val="tx1"/>
                </a:solidFill>
                <a:latin typeface="+mn-lt"/>
                <a:ea typeface="+mn-ea"/>
                <a:cs typeface="+mn-cs"/>
              </a:defRPr>
            </a:lvl7pPr>
            <a:lvl8pPr marL="2571750" indent="-171450" algn="l" defTabSz="685800">
              <a:lnSpc>
                <a:spcPct val="90000"/>
              </a:lnSpc>
              <a:spcBef>
                <a:spcPts val="374"/>
              </a:spcBef>
              <a:buFont typeface="Arial"/>
              <a:buChar char="•"/>
              <a:defRPr sz="1350">
                <a:solidFill>
                  <a:schemeClr val="tx1"/>
                </a:solidFill>
                <a:latin typeface="+mn-lt"/>
                <a:ea typeface="+mn-ea"/>
                <a:cs typeface="+mn-cs"/>
              </a:defRPr>
            </a:lvl8pPr>
            <a:lvl9pPr marL="2914650" indent="-171450" algn="l" defTabSz="685800">
              <a:lnSpc>
                <a:spcPct val="90000"/>
              </a:lnSpc>
              <a:spcBef>
                <a:spcPts val="374"/>
              </a:spcBef>
              <a:buFont typeface="Arial"/>
              <a:buChar char="•"/>
              <a:defRPr sz="1350">
                <a:solidFill>
                  <a:schemeClr val="tx1"/>
                </a:solidFill>
                <a:latin typeface="+mn-lt"/>
                <a:ea typeface="+mn-ea"/>
                <a:cs typeface="+mn-cs"/>
              </a:defRPr>
            </a:lvl9pPr>
          </a:lstStyle>
          <a:p>
            <a:pPr>
              <a:buFont typeface="Wingdings" panose="05000000000000000000" pitchFamily="2" charset="2"/>
              <a:buChar char="Ø"/>
            </a:pPr>
            <a:r>
              <a:rPr lang="ja-JP" altLang="en-US" sz="1200" dirty="0">
                <a:latin typeface="Meiryo UI" panose="020B0604030504040204" pitchFamily="50" charset="-128"/>
                <a:ea typeface="Meiryo UI" panose="020B0604030504040204" pitchFamily="50" charset="-128"/>
              </a:rPr>
              <a:t>実践力を図り、且つ試験勉強を通じて、仕事の中で最大限に活用すると考え、</a:t>
            </a:r>
            <a:r>
              <a:rPr lang="en-US" altLang="ja-JP" sz="1200" dirty="0">
                <a:latin typeface="Meiryo UI" panose="020B0604030504040204" pitchFamily="50" charset="-128"/>
                <a:ea typeface="Meiryo UI" panose="020B0604030504040204" pitchFamily="50" charset="-128"/>
              </a:rPr>
              <a:t>BJT</a:t>
            </a:r>
            <a:r>
              <a:rPr lang="ja-JP" altLang="en-US" sz="1200" dirty="0">
                <a:latin typeface="Meiryo UI" panose="020B0604030504040204" pitchFamily="50" charset="-128"/>
                <a:ea typeface="Meiryo UI" panose="020B0604030504040204" pitchFamily="50" charset="-128"/>
              </a:rPr>
              <a:t>が良いと考えています。</a:t>
            </a:r>
            <a:endParaRPr lang="en-US" altLang="ja-JP" sz="1200" dirty="0">
              <a:latin typeface="Meiryo UI" panose="020B0604030504040204" pitchFamily="50" charset="-128"/>
              <a:ea typeface="Meiryo UI" panose="020B0604030504040204" pitchFamily="50" charset="-128"/>
            </a:endParaRPr>
          </a:p>
        </p:txBody>
      </p:sp>
      <p:graphicFrame>
        <p:nvGraphicFramePr>
          <p:cNvPr id="4" name="表 6">
            <a:extLst>
              <a:ext uri="{FF2B5EF4-FFF2-40B4-BE49-F238E27FC236}">
                <a16:creationId xmlns:a16="http://schemas.microsoft.com/office/drawing/2014/main" id="{6F7D565A-7D13-E8D0-6A5C-3372BFAA8F42}"/>
              </a:ext>
            </a:extLst>
          </p:cNvPr>
          <p:cNvGraphicFramePr>
            <a:graphicFrameLocks noGrp="1"/>
          </p:cNvGraphicFramePr>
          <p:nvPr>
            <p:extLst>
              <p:ext uri="{D42A27DB-BD31-4B8C-83A1-F6EECF244321}">
                <p14:modId xmlns:p14="http://schemas.microsoft.com/office/powerpoint/2010/main" val="2725184455"/>
              </p:ext>
            </p:extLst>
          </p:nvPr>
        </p:nvGraphicFramePr>
        <p:xfrm>
          <a:off x="971600" y="1378178"/>
          <a:ext cx="6840760" cy="4978172"/>
        </p:xfrm>
        <a:graphic>
          <a:graphicData uri="http://schemas.openxmlformats.org/drawingml/2006/table">
            <a:tbl>
              <a:tblPr firstRow="1" bandRow="1"/>
              <a:tblGrid>
                <a:gridCol w="1306662">
                  <a:extLst>
                    <a:ext uri="{9D8B030D-6E8A-4147-A177-3AD203B41FA5}">
                      <a16:colId xmlns:a16="http://schemas.microsoft.com/office/drawing/2014/main" val="2862948326"/>
                    </a:ext>
                  </a:extLst>
                </a:gridCol>
                <a:gridCol w="5534098">
                  <a:extLst>
                    <a:ext uri="{9D8B030D-6E8A-4147-A177-3AD203B41FA5}">
                      <a16:colId xmlns:a16="http://schemas.microsoft.com/office/drawing/2014/main" val="1363074923"/>
                    </a:ext>
                  </a:extLst>
                </a:gridCol>
              </a:tblGrid>
              <a:tr h="335084">
                <a:tc gridSpan="2">
                  <a:txBody>
                    <a:bodyPr/>
                    <a:lstStyle>
                      <a:lvl1pPr marL="0" algn="l" defTabSz="685800">
                        <a:defRPr sz="1350" b="1">
                          <a:solidFill>
                            <a:schemeClr val="lt1"/>
                          </a:solidFill>
                          <a:latin typeface="Yu Gothic UI"/>
                          <a:ea typeface="Yu Gothic UI"/>
                        </a:defRPr>
                      </a:lvl1pPr>
                      <a:lvl2pPr marL="342900" algn="l" defTabSz="685800">
                        <a:defRPr sz="1350" b="1">
                          <a:solidFill>
                            <a:schemeClr val="lt1"/>
                          </a:solidFill>
                          <a:latin typeface="Yu Gothic UI"/>
                          <a:ea typeface="Yu Gothic UI"/>
                        </a:defRPr>
                      </a:lvl2pPr>
                      <a:lvl3pPr marL="685800" algn="l" defTabSz="685800">
                        <a:defRPr sz="1350" b="1">
                          <a:solidFill>
                            <a:schemeClr val="lt1"/>
                          </a:solidFill>
                          <a:latin typeface="Yu Gothic UI"/>
                          <a:ea typeface="Yu Gothic UI"/>
                        </a:defRPr>
                      </a:lvl3pPr>
                      <a:lvl4pPr marL="1028700" algn="l" defTabSz="685800">
                        <a:defRPr sz="1350" b="1">
                          <a:solidFill>
                            <a:schemeClr val="lt1"/>
                          </a:solidFill>
                          <a:latin typeface="Yu Gothic UI"/>
                          <a:ea typeface="Yu Gothic UI"/>
                        </a:defRPr>
                      </a:lvl4pPr>
                      <a:lvl5pPr marL="1371600" algn="l" defTabSz="685800">
                        <a:defRPr sz="1350" b="1">
                          <a:solidFill>
                            <a:schemeClr val="lt1"/>
                          </a:solidFill>
                          <a:latin typeface="Yu Gothic UI"/>
                          <a:ea typeface="Yu Gothic UI"/>
                        </a:defRPr>
                      </a:lvl5pPr>
                      <a:lvl6pPr marL="1714500" algn="l" defTabSz="685800">
                        <a:defRPr sz="1350" b="1">
                          <a:solidFill>
                            <a:schemeClr val="lt1"/>
                          </a:solidFill>
                          <a:latin typeface="Yu Gothic UI"/>
                          <a:ea typeface="Yu Gothic UI"/>
                        </a:defRPr>
                      </a:lvl6pPr>
                      <a:lvl7pPr marL="2057400" algn="l" defTabSz="685800">
                        <a:defRPr sz="1350" b="1">
                          <a:solidFill>
                            <a:schemeClr val="lt1"/>
                          </a:solidFill>
                          <a:latin typeface="Yu Gothic UI"/>
                          <a:ea typeface="Yu Gothic UI"/>
                        </a:defRPr>
                      </a:lvl7pPr>
                      <a:lvl8pPr marL="2400300" algn="l" defTabSz="685800">
                        <a:defRPr sz="1350" b="1">
                          <a:solidFill>
                            <a:schemeClr val="lt1"/>
                          </a:solidFill>
                          <a:latin typeface="Yu Gothic UI"/>
                          <a:ea typeface="Yu Gothic UI"/>
                        </a:defRPr>
                      </a:lvl8pPr>
                      <a:lvl9pPr marL="2743200" algn="l" defTabSz="685800">
                        <a:defRPr sz="1350" b="1">
                          <a:solidFill>
                            <a:schemeClr val="lt1"/>
                          </a:solidFill>
                          <a:latin typeface="Yu Gothic UI"/>
                          <a:ea typeface="Yu Gothic UI"/>
                        </a:defRPr>
                      </a:lvl9pPr>
                    </a:lstStyle>
                    <a:p>
                      <a:pPr algn="ctr"/>
                      <a:r>
                        <a:rPr kumimoji="1" lang="en-US" altLang="ja-JP" sz="1800" dirty="0"/>
                        <a:t>BJT</a:t>
                      </a:r>
                      <a:endParaRPr kumimoji="1" lang="ja-JP" altLang="en-US" sz="18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9637"/>
                    </a:solidFill>
                  </a:tcPr>
                </a:tc>
                <a:tc hMerge="1">
                  <a:txBody>
                    <a:bodyPr/>
                    <a:lstStyle/>
                    <a:p>
                      <a:endParaRPr kumimoji="1" lang="ja-JP" altLang="en-US" sz="1800" dirty="0"/>
                    </a:p>
                  </a:txBody>
                  <a:tcPr/>
                </a:tc>
                <a:extLst>
                  <a:ext uri="{0D108BD9-81ED-4DB2-BD59-A6C34878D82A}">
                    <a16:rowId xmlns:a16="http://schemas.microsoft.com/office/drawing/2014/main" val="3861445814"/>
                  </a:ext>
                </a:extLst>
              </a:tr>
              <a:tr h="237351">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r>
                        <a:rPr kumimoji="1" lang="ja-JP" altLang="en-US" sz="1100" b="1" dirty="0"/>
                        <a:t>難易度</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pPr algn="l"/>
                      <a:r>
                        <a:rPr kumimoji="1" lang="en-US" altLang="ja-JP" sz="1100" dirty="0"/>
                        <a:t>N1</a:t>
                      </a:r>
                      <a:r>
                        <a:rPr kumimoji="1" lang="ja-JP" altLang="en-US" sz="1100" dirty="0"/>
                        <a:t>より簡単（</a:t>
                      </a:r>
                      <a:r>
                        <a:rPr kumimoji="1" lang="en-US" altLang="ja-JP" sz="1100" dirty="0"/>
                        <a:t>※</a:t>
                      </a:r>
                      <a:r>
                        <a:rPr kumimoji="1" lang="ja-JP" altLang="en-US" sz="1100" dirty="0"/>
                        <a:t>特に語彙と文法）</a:t>
                      </a:r>
                      <a:endParaRPr kumimoji="1" lang="en-US" altLang="ja-JP" sz="1100" dirty="0"/>
                    </a:p>
                    <a:p>
                      <a:pPr algn="l"/>
                      <a:endParaRPr kumimoji="1" lang="ja-JP" altLang="en-US" sz="11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extLst>
                  <a:ext uri="{0D108BD9-81ED-4DB2-BD59-A6C34878D82A}">
                    <a16:rowId xmlns:a16="http://schemas.microsoft.com/office/drawing/2014/main" val="1170812607"/>
                  </a:ext>
                </a:extLst>
              </a:tr>
              <a:tr h="1005253">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r>
                        <a:rPr kumimoji="1" lang="ja-JP" altLang="en-US" sz="1100" b="1" dirty="0"/>
                        <a:t>全体の</a:t>
                      </a:r>
                      <a:endParaRPr kumimoji="1" lang="en-US" altLang="ja-JP" sz="1100" b="1" dirty="0"/>
                    </a:p>
                    <a:p>
                      <a:r>
                        <a:rPr kumimoji="1" lang="ja-JP" altLang="en-US" sz="1100" b="1" dirty="0"/>
                        <a:t>特徴</a:t>
                      </a:r>
                      <a:endParaRPr kumimoji="1" lang="en-US" altLang="ja-JP" sz="1100" b="1" dirty="0"/>
                    </a:p>
                    <a:p>
                      <a:endParaRPr kumimoji="1" lang="en-US" altLang="ja-JP" sz="1100" b="1" dirty="0"/>
                    </a:p>
                    <a:p>
                      <a:endParaRPr kumimoji="1" lang="en-US" altLang="ja-JP" sz="1100" b="1" dirty="0"/>
                    </a:p>
                    <a:p>
                      <a:endParaRPr kumimoji="1" lang="en-US" altLang="ja-JP" sz="1100" b="1" dirty="0"/>
                    </a:p>
                    <a:p>
                      <a:endParaRPr kumimoji="1" lang="ja-JP" altLang="en-US" sz="1100" b="1"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20000"/>
                      </a:srgbClr>
                    </a:solidFill>
                  </a:tcPr>
                </a:tc>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pPr algn="l"/>
                      <a:r>
                        <a:rPr kumimoji="1" lang="ja-JP" altLang="en-US" sz="1100" dirty="0"/>
                        <a:t>・ビジネスシーンをベースにコミュニケーション能力を中心に日本能力を測定する</a:t>
                      </a:r>
                      <a:endParaRPr kumimoji="1" lang="en-US" altLang="ja-JP" sz="1100" dirty="0"/>
                    </a:p>
                    <a:p>
                      <a:pPr algn="l"/>
                      <a:r>
                        <a:rPr kumimoji="1" lang="ja-JP" altLang="en-US" sz="1100" dirty="0"/>
                        <a:t>・日本語</a:t>
                      </a:r>
                      <a:r>
                        <a:rPr lang="ja-JP" altLang="en-US" sz="1100" dirty="0">
                          <a:latin typeface="Meiryo UI" panose="020B0604030504040204" pitchFamily="50" charset="-128"/>
                          <a:ea typeface="Meiryo UI" panose="020B0604030504040204" pitchFamily="50" charset="-128"/>
                        </a:rPr>
                        <a:t>の</a:t>
                      </a:r>
                      <a:r>
                        <a:rPr lang="ja-JP" altLang="en-US" sz="1100" b="1" dirty="0">
                          <a:latin typeface="Meiryo UI" panose="020B0604030504040204" pitchFamily="50" charset="-128"/>
                          <a:ea typeface="Meiryo UI" panose="020B0604030504040204" pitchFamily="50" charset="-128"/>
                        </a:rPr>
                        <a:t>基礎的な知識があることを前提</a:t>
                      </a:r>
                      <a:r>
                        <a:rPr lang="ja-JP" altLang="en-US" sz="1100" dirty="0">
                          <a:latin typeface="Meiryo UI" panose="020B0604030504040204" pitchFamily="50" charset="-128"/>
                          <a:ea typeface="Meiryo UI" panose="020B0604030504040204" pitchFamily="50" charset="-128"/>
                        </a:rPr>
                        <a:t>として、</a:t>
                      </a:r>
                      <a:r>
                        <a:rPr kumimoji="1" lang="ja-JP" altLang="en-US" sz="1100" b="1" dirty="0"/>
                        <a:t>ビジネス領域に特化する</a:t>
                      </a:r>
                      <a:endParaRPr kumimoji="1" lang="en-US" altLang="ja-JP" sz="1100" b="1" dirty="0"/>
                    </a:p>
                    <a:p>
                      <a:pPr algn="l"/>
                      <a:r>
                        <a:rPr kumimoji="1" lang="ja-JP" altLang="en-US" sz="1100" b="1" dirty="0"/>
                        <a:t>  試験</a:t>
                      </a:r>
                      <a:r>
                        <a:rPr kumimoji="1" lang="ja-JP" altLang="en-US" sz="1100" dirty="0"/>
                        <a:t>である。試験内容は</a:t>
                      </a:r>
                      <a:r>
                        <a:rPr kumimoji="1" lang="en-US" altLang="ja-JP" sz="1100" dirty="0"/>
                        <a:t>J.TEST</a:t>
                      </a:r>
                      <a:r>
                        <a:rPr kumimoji="1" lang="ja-JP" altLang="en-US" sz="1100" dirty="0"/>
                        <a:t>より難しい印象。</a:t>
                      </a:r>
                      <a:endParaRPr kumimoji="1" lang="en-US" altLang="ja-JP" sz="1100" dirty="0"/>
                    </a:p>
                    <a:p>
                      <a:pPr algn="l"/>
                      <a:endParaRPr kumimoji="1" lang="en-US" altLang="ja-JP" sz="1100" dirty="0"/>
                    </a:p>
                    <a:p>
                      <a:pPr algn="l"/>
                      <a:r>
                        <a:rPr kumimoji="1" lang="ja-JP" altLang="en-US" sz="1100" dirty="0"/>
                        <a:t>キーワード：</a:t>
                      </a:r>
                      <a:r>
                        <a:rPr kumimoji="1" lang="ja-JP" altLang="en-US" sz="1100" b="1" dirty="0"/>
                        <a:t>実用重視、理解力◎、判断力◎、敬語◎</a:t>
                      </a:r>
                      <a:endParaRPr kumimoji="1" lang="en-US" altLang="ja-JP" sz="1100" b="1"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20000"/>
                      </a:srgbClr>
                    </a:solidFill>
                  </a:tcPr>
                </a:tc>
                <a:extLst>
                  <a:ext uri="{0D108BD9-81ED-4DB2-BD59-A6C34878D82A}">
                    <a16:rowId xmlns:a16="http://schemas.microsoft.com/office/drawing/2014/main" val="1493072595"/>
                  </a:ext>
                </a:extLst>
              </a:tr>
              <a:tr h="2233895">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r>
                        <a:rPr kumimoji="1" lang="ja-JP" altLang="en-US" sz="1100" b="1" dirty="0"/>
                        <a:t>内容面</a:t>
                      </a:r>
                      <a:endParaRPr kumimoji="1" lang="en-US" altLang="ja-JP" sz="1100" b="1" dirty="0"/>
                    </a:p>
                    <a:p>
                      <a:r>
                        <a:rPr kumimoji="1" lang="ja-JP" altLang="en-US" sz="1100" b="1" dirty="0"/>
                        <a:t>の特徴</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pPr marL="171450" indent="-171450" algn="l">
                        <a:buFont typeface="Arial" panose="020B0604020202020204" pitchFamily="34" charset="0"/>
                        <a:buChar char="•"/>
                      </a:pPr>
                      <a:r>
                        <a:rPr kumimoji="1" lang="ja-JP" altLang="en-US" sz="1100" b="1" dirty="0"/>
                        <a:t>理解力、判断力重視</a:t>
                      </a:r>
                      <a:endParaRPr kumimoji="1" lang="en-US" altLang="ja-JP" sz="1100" b="1" dirty="0"/>
                    </a:p>
                    <a:p>
                      <a:pPr algn="l"/>
                      <a:r>
                        <a:rPr kumimoji="1" lang="ja-JP" altLang="en-US" sz="1100" dirty="0"/>
                        <a:t>　ー特に聴解力、読解（セッション３）は複雑なビジネスシーンの中で、内</a:t>
                      </a:r>
                      <a:endParaRPr kumimoji="1" lang="en-US" altLang="ja-JP" sz="1100" dirty="0"/>
                    </a:p>
                    <a:p>
                      <a:pPr algn="l"/>
                      <a:r>
                        <a:rPr kumimoji="1" lang="ja-JP" altLang="en-US" sz="1100" dirty="0"/>
                        <a:t>　　容に対する理解力と判断力が求められる</a:t>
                      </a:r>
                      <a:endParaRPr kumimoji="1" lang="en-US" altLang="ja-JP" sz="1100" dirty="0"/>
                    </a:p>
                    <a:p>
                      <a:pPr algn="l"/>
                      <a:endParaRPr kumimoji="1" lang="en-US" altLang="ja-JP" sz="1100" dirty="0"/>
                    </a:p>
                    <a:p>
                      <a:pPr marL="171450" indent="-171450" algn="l">
                        <a:buFont typeface="Arial" panose="020B0604020202020204" pitchFamily="34" charset="0"/>
                        <a:buChar char="•"/>
                      </a:pPr>
                      <a:r>
                        <a:rPr kumimoji="1" lang="ja-JP" altLang="en-US" sz="1100" b="1" dirty="0"/>
                        <a:t>敬語重視</a:t>
                      </a:r>
                      <a:endParaRPr kumimoji="1" lang="en-US" altLang="ja-JP" sz="1100" b="1" dirty="0"/>
                    </a:p>
                    <a:p>
                      <a:pPr algn="l"/>
                      <a:r>
                        <a:rPr kumimoji="1" lang="ja-JP" altLang="en-US" sz="1100" dirty="0"/>
                        <a:t>   ー全体の</a:t>
                      </a:r>
                      <a:r>
                        <a:rPr kumimoji="1" lang="en-US" altLang="ja-JP" sz="1100" dirty="0"/>
                        <a:t>20%</a:t>
                      </a:r>
                      <a:r>
                        <a:rPr kumimoji="1" lang="ja-JP" altLang="en-US" sz="1100" dirty="0"/>
                        <a:t>弱は敬語関係の問題である</a:t>
                      </a:r>
                      <a:endParaRPr kumimoji="1" lang="en-US" altLang="ja-JP" sz="1100" dirty="0"/>
                    </a:p>
                    <a:p>
                      <a:pPr algn="l"/>
                      <a:r>
                        <a:rPr kumimoji="1" lang="ja-JP" altLang="en-US" sz="1100" dirty="0"/>
                        <a:t>　  </a:t>
                      </a:r>
                      <a:r>
                        <a:rPr kumimoji="1" lang="en-US" altLang="ja-JP" sz="1100" dirty="0"/>
                        <a:t>(</a:t>
                      </a:r>
                      <a:r>
                        <a:rPr kumimoji="1" lang="ja-JP" altLang="en-US" sz="1100" dirty="0"/>
                        <a:t>コミュニ</a:t>
                      </a:r>
                      <a:r>
                        <a:rPr kumimoji="1" lang="en-US" altLang="ja-JP" sz="1100" dirty="0"/>
                        <a:t>―</a:t>
                      </a:r>
                      <a:r>
                        <a:rPr kumimoji="1" lang="ja-JP" altLang="en-US" sz="1100" dirty="0"/>
                        <a:t>ケションの仕方、相手に失礼のない表現の仕方について勉強</a:t>
                      </a:r>
                      <a:endParaRPr kumimoji="1" lang="en-US" altLang="ja-JP" sz="1100" dirty="0"/>
                    </a:p>
                    <a:p>
                      <a:pPr algn="l"/>
                      <a:r>
                        <a:rPr kumimoji="1" lang="ja-JP" altLang="en-US" sz="1100" dirty="0"/>
                        <a:t>　　になる）</a:t>
                      </a:r>
                      <a:endParaRPr kumimoji="1" lang="en-US" altLang="ja-JP" sz="1100" dirty="0"/>
                    </a:p>
                    <a:p>
                      <a:pPr algn="l"/>
                      <a:endParaRPr kumimoji="1" lang="en-US" altLang="ja-JP" sz="1100" dirty="0"/>
                    </a:p>
                    <a:p>
                      <a:pPr marL="171450" indent="-171450" algn="l">
                        <a:buFont typeface="Arial" panose="020B0604020202020204" pitchFamily="34" charset="0"/>
                        <a:buChar char="•"/>
                      </a:pPr>
                      <a:r>
                        <a:rPr kumimoji="1" lang="ja-JP" altLang="en-US" sz="1100" b="1" dirty="0"/>
                        <a:t>文法、語彙は実用寄り</a:t>
                      </a:r>
                      <a:endParaRPr kumimoji="1" lang="en-US" altLang="ja-JP" sz="1100" b="1" dirty="0"/>
                    </a:p>
                    <a:p>
                      <a:pPr algn="l"/>
                      <a:r>
                        <a:rPr kumimoji="1" lang="ja-JP" altLang="en-US" sz="1100" dirty="0"/>
                        <a:t>　ー割合として多くないが、</a:t>
                      </a:r>
                      <a:r>
                        <a:rPr kumimoji="1" lang="en-US" altLang="ja-JP" sz="1100" dirty="0"/>
                        <a:t>N1</a:t>
                      </a:r>
                      <a:r>
                        <a:rPr kumimoji="1" lang="ja-JP" altLang="en-US" sz="1100" dirty="0"/>
                        <a:t>のようなアカデミックな文法、語彙が少ない</a:t>
                      </a:r>
                      <a:endParaRPr kumimoji="1" lang="en-US" altLang="ja-JP" sz="1100" dirty="0"/>
                    </a:p>
                    <a:p>
                      <a:pPr algn="l"/>
                      <a:r>
                        <a:rPr kumimoji="1" lang="ja-JP" altLang="en-US" sz="1100" dirty="0"/>
                        <a:t>　　為、実務で頻繁に使われる文法と単語が多く出題されている。</a:t>
                      </a:r>
                      <a:endParaRPr kumimoji="1" lang="en-US" altLang="ja-JP" sz="1100" dirty="0"/>
                    </a:p>
                    <a:p>
                      <a:pPr algn="l"/>
                      <a:r>
                        <a:rPr kumimoji="1" lang="ja-JP" altLang="en-US" sz="1100" dirty="0"/>
                        <a:t>　ー難易度は</a:t>
                      </a:r>
                      <a:r>
                        <a:rPr kumimoji="1" lang="en-US" altLang="ja-JP" sz="1100" dirty="0"/>
                        <a:t>N2</a:t>
                      </a:r>
                      <a:r>
                        <a:rPr kumimoji="1" lang="ja-JP" altLang="en-US" sz="1100" dirty="0"/>
                        <a:t>レベル相当、</a:t>
                      </a:r>
                      <a:r>
                        <a:rPr kumimoji="1" lang="en-US" altLang="ja-JP" sz="1100" dirty="0"/>
                        <a:t>J.TEST</a:t>
                      </a:r>
                      <a:r>
                        <a:rPr kumimoji="1" lang="ja-JP" altLang="en-US" sz="1100" dirty="0"/>
                        <a:t>より優しい印象</a:t>
                      </a:r>
                      <a:endParaRPr kumimoji="1" lang="en-US" altLang="ja-JP" sz="11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extLst>
                  <a:ext uri="{0D108BD9-81ED-4DB2-BD59-A6C34878D82A}">
                    <a16:rowId xmlns:a16="http://schemas.microsoft.com/office/drawing/2014/main" val="3929306699"/>
                  </a:ext>
                </a:extLst>
              </a:tr>
              <a:tr h="390932">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r>
                        <a:rPr kumimoji="1" lang="ja-JP" altLang="en-US" sz="1100" b="1" dirty="0"/>
                        <a:t>問題数・時間</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20000"/>
                      </a:srgbClr>
                    </a:solidFill>
                  </a:tcPr>
                </a:tc>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pPr algn="l"/>
                      <a:r>
                        <a:rPr kumimoji="1" lang="en-US" altLang="ja-JP" sz="1100" dirty="0"/>
                        <a:t>100</a:t>
                      </a:r>
                      <a:r>
                        <a:rPr kumimoji="1" lang="ja-JP" altLang="en-US" sz="1100" dirty="0"/>
                        <a:t>問・</a:t>
                      </a:r>
                      <a:r>
                        <a:rPr kumimoji="1" lang="en-US" altLang="ja-JP" sz="1100" dirty="0"/>
                        <a:t>120</a:t>
                      </a:r>
                      <a:r>
                        <a:rPr kumimoji="1" lang="ja-JP" altLang="en-US" sz="1100" dirty="0"/>
                        <a:t>分</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20000"/>
                      </a:srgbClr>
                    </a:solidFill>
                  </a:tcPr>
                </a:tc>
                <a:extLst>
                  <a:ext uri="{0D108BD9-81ED-4DB2-BD59-A6C34878D82A}">
                    <a16:rowId xmlns:a16="http://schemas.microsoft.com/office/drawing/2014/main" val="2865242772"/>
                  </a:ext>
                </a:extLst>
              </a:tr>
              <a:tr h="405215">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r>
                        <a:rPr kumimoji="1" lang="en-US" altLang="ja-JP" sz="1100" b="1" dirty="0"/>
                        <a:t>N1</a:t>
                      </a:r>
                      <a:r>
                        <a:rPr kumimoji="1" lang="ja-JP" altLang="en-US" sz="1100" b="1" dirty="0"/>
                        <a:t>相当の点数</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tc>
                  <a:txBody>
                    <a:bodyPr/>
                    <a:lstStyle>
                      <a:lvl1pPr marL="0" algn="l" defTabSz="685800">
                        <a:defRPr sz="1350">
                          <a:solidFill>
                            <a:schemeClr val="dk1"/>
                          </a:solidFill>
                          <a:latin typeface="Yu Gothic UI"/>
                          <a:ea typeface="Yu Gothic UI"/>
                        </a:defRPr>
                      </a:lvl1pPr>
                      <a:lvl2pPr marL="342900" algn="l" defTabSz="685800">
                        <a:defRPr sz="1350">
                          <a:solidFill>
                            <a:schemeClr val="dk1"/>
                          </a:solidFill>
                          <a:latin typeface="Yu Gothic UI"/>
                          <a:ea typeface="Yu Gothic UI"/>
                        </a:defRPr>
                      </a:lvl2pPr>
                      <a:lvl3pPr marL="685800" algn="l" defTabSz="685800">
                        <a:defRPr sz="1350">
                          <a:solidFill>
                            <a:schemeClr val="dk1"/>
                          </a:solidFill>
                          <a:latin typeface="Yu Gothic UI"/>
                          <a:ea typeface="Yu Gothic UI"/>
                        </a:defRPr>
                      </a:lvl3pPr>
                      <a:lvl4pPr marL="1028700" algn="l" defTabSz="685800">
                        <a:defRPr sz="1350">
                          <a:solidFill>
                            <a:schemeClr val="dk1"/>
                          </a:solidFill>
                          <a:latin typeface="Yu Gothic UI"/>
                          <a:ea typeface="Yu Gothic UI"/>
                        </a:defRPr>
                      </a:lvl4pPr>
                      <a:lvl5pPr marL="1371600" algn="l" defTabSz="685800">
                        <a:defRPr sz="1350">
                          <a:solidFill>
                            <a:schemeClr val="dk1"/>
                          </a:solidFill>
                          <a:latin typeface="Yu Gothic UI"/>
                          <a:ea typeface="Yu Gothic UI"/>
                        </a:defRPr>
                      </a:lvl5pPr>
                      <a:lvl6pPr marL="1714500" algn="l" defTabSz="685800">
                        <a:defRPr sz="1350">
                          <a:solidFill>
                            <a:schemeClr val="dk1"/>
                          </a:solidFill>
                          <a:latin typeface="Yu Gothic UI"/>
                          <a:ea typeface="Yu Gothic UI"/>
                        </a:defRPr>
                      </a:lvl6pPr>
                      <a:lvl7pPr marL="2057400" algn="l" defTabSz="685800">
                        <a:defRPr sz="1350">
                          <a:solidFill>
                            <a:schemeClr val="dk1"/>
                          </a:solidFill>
                          <a:latin typeface="Yu Gothic UI"/>
                          <a:ea typeface="Yu Gothic UI"/>
                        </a:defRPr>
                      </a:lvl7pPr>
                      <a:lvl8pPr marL="2400300" algn="l" defTabSz="685800">
                        <a:defRPr sz="1350">
                          <a:solidFill>
                            <a:schemeClr val="dk1"/>
                          </a:solidFill>
                          <a:latin typeface="Yu Gothic UI"/>
                          <a:ea typeface="Yu Gothic UI"/>
                        </a:defRPr>
                      </a:lvl8pPr>
                      <a:lvl9pPr marL="2743200" algn="l" defTabSz="685800">
                        <a:defRPr sz="1350">
                          <a:solidFill>
                            <a:schemeClr val="dk1"/>
                          </a:solidFill>
                          <a:latin typeface="Yu Gothic UI"/>
                          <a:ea typeface="Yu Gothic UI"/>
                        </a:defRPr>
                      </a:lvl9pPr>
                    </a:lstStyle>
                    <a:p>
                      <a:pPr marL="0" indent="0" algn="l">
                        <a:buNone/>
                      </a:pPr>
                      <a:r>
                        <a:rPr kumimoji="1" lang="en-US" altLang="ja-JP" sz="1100" dirty="0"/>
                        <a:t>480</a:t>
                      </a:r>
                      <a:r>
                        <a:rPr kumimoji="1" lang="ja-JP" altLang="en-US" sz="1100" dirty="0"/>
                        <a:t>点　</a:t>
                      </a:r>
                      <a:endParaRPr kumimoji="1" lang="en-US" altLang="ja-JP" sz="1100" dirty="0"/>
                    </a:p>
                    <a:p>
                      <a:pPr marL="0" indent="0" algn="l">
                        <a:buNone/>
                      </a:pPr>
                      <a:r>
                        <a:rPr kumimoji="1" lang="ja-JP" altLang="ja-JP" sz="1100" b="1" kern="1200" dirty="0">
                          <a:solidFill>
                            <a:srgbClr val="FF0000"/>
                          </a:solidFill>
                          <a:effectLst/>
                          <a:latin typeface="+mn-lt"/>
                          <a:ea typeface="+mn-ea"/>
                          <a:cs typeface="+mn-cs"/>
                        </a:rPr>
                        <a:t>「日本語能力試験</a:t>
                      </a:r>
                      <a:r>
                        <a:rPr kumimoji="1" lang="en-US" altLang="ja-JP" sz="1100" b="1" kern="1200" dirty="0">
                          <a:solidFill>
                            <a:srgbClr val="FF0000"/>
                          </a:solidFill>
                          <a:effectLst/>
                          <a:latin typeface="+mn-lt"/>
                          <a:ea typeface="+mn-ea"/>
                          <a:cs typeface="+mn-cs"/>
                        </a:rPr>
                        <a:t>N1</a:t>
                      </a:r>
                      <a:r>
                        <a:rPr kumimoji="1" lang="ja-JP" altLang="ja-JP" sz="1100" b="1" kern="1200" dirty="0">
                          <a:solidFill>
                            <a:srgbClr val="FF0000"/>
                          </a:solidFill>
                          <a:effectLst/>
                          <a:latin typeface="+mn-lt"/>
                          <a:ea typeface="+mn-ea"/>
                          <a:cs typeface="+mn-cs"/>
                        </a:rPr>
                        <a:t>合格」と「</a:t>
                      </a:r>
                      <a:r>
                        <a:rPr kumimoji="1" lang="en-US" altLang="ja-JP" sz="1100" b="1" kern="1200" dirty="0">
                          <a:solidFill>
                            <a:srgbClr val="FF0000"/>
                          </a:solidFill>
                          <a:effectLst/>
                          <a:latin typeface="+mn-lt"/>
                          <a:ea typeface="+mn-ea"/>
                          <a:cs typeface="+mn-cs"/>
                        </a:rPr>
                        <a:t>BJT</a:t>
                      </a:r>
                      <a:r>
                        <a:rPr kumimoji="1" lang="ja-JP" altLang="ja-JP" sz="1100" b="1" kern="1200" dirty="0">
                          <a:solidFill>
                            <a:srgbClr val="FF0000"/>
                          </a:solidFill>
                          <a:effectLst/>
                          <a:latin typeface="+mn-lt"/>
                          <a:ea typeface="+mn-ea"/>
                          <a:cs typeface="+mn-cs"/>
                        </a:rPr>
                        <a:t>スコア</a:t>
                      </a:r>
                      <a:r>
                        <a:rPr kumimoji="1" lang="en-US" altLang="ja-JP" sz="1100" b="1" kern="1200" dirty="0">
                          <a:solidFill>
                            <a:srgbClr val="FF0000"/>
                          </a:solidFill>
                          <a:effectLst/>
                          <a:latin typeface="+mn-lt"/>
                          <a:ea typeface="+mn-ea"/>
                          <a:cs typeface="+mn-cs"/>
                        </a:rPr>
                        <a:t>480</a:t>
                      </a:r>
                      <a:r>
                        <a:rPr kumimoji="1" lang="ja-JP" altLang="ja-JP" sz="1100" b="1" kern="1200" dirty="0">
                          <a:solidFill>
                            <a:srgbClr val="FF0000"/>
                          </a:solidFill>
                          <a:effectLst/>
                          <a:latin typeface="+mn-lt"/>
                          <a:ea typeface="+mn-ea"/>
                          <a:cs typeface="+mn-cs"/>
                        </a:rPr>
                        <a:t>点以上」を同等とみなす</a:t>
                      </a:r>
                      <a:r>
                        <a:rPr kumimoji="1" lang="en-US" altLang="ja-JP" sz="1100" b="1" kern="1200" dirty="0">
                          <a:solidFill>
                            <a:srgbClr val="FF0000"/>
                          </a:solidFill>
                          <a:effectLst/>
                          <a:latin typeface="+mn-lt"/>
                          <a:ea typeface="+mn-ea"/>
                          <a:cs typeface="+mn-cs"/>
                        </a:rPr>
                        <a:t>(2021.07~)</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F59637">
                        <a:tint val="40000"/>
                      </a:srgbClr>
                    </a:solidFill>
                  </a:tcPr>
                </a:tc>
                <a:extLst>
                  <a:ext uri="{0D108BD9-81ED-4DB2-BD59-A6C34878D82A}">
                    <a16:rowId xmlns:a16="http://schemas.microsoft.com/office/drawing/2014/main" val="487041928"/>
                  </a:ext>
                </a:extLst>
              </a:tr>
            </a:tbl>
          </a:graphicData>
        </a:graphic>
      </p:graphicFrame>
    </p:spTree>
    <p:extLst>
      <p:ext uri="{BB962C8B-B14F-4D97-AF65-F5344CB8AC3E}">
        <p14:creationId xmlns:p14="http://schemas.microsoft.com/office/powerpoint/2010/main" val="2988362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 name="Rectangle 55">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6" name="Group 57">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223477" y="2358"/>
            <a:ext cx="1407490" cy="1766008"/>
            <a:chOff x="-648769" y="2358"/>
            <a:chExt cx="1876653" cy="1766008"/>
          </a:xfrm>
        </p:grpSpPr>
        <p:sp>
          <p:nvSpPr>
            <p:cNvPr id="59" name="Freeform: Shape 58">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59">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8" name="Rectangle 61">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972226" y="6114337"/>
            <a:ext cx="645368"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77" y="5721108"/>
            <a:ext cx="1696473"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コンテンツ プレースホルダー 1"/>
          <p:cNvSpPr>
            <a:spLocks/>
          </p:cNvSpPr>
          <p:nvPr/>
        </p:nvSpPr>
        <p:spPr bwMode="auto"/>
        <p:txBody>
          <a:bodyPr/>
          <a:lstStyle/>
          <a:p>
            <a:pPr>
              <a:defRPr/>
            </a:pPr>
            <a:endParaRPr lang="ja-JP"/>
          </a:p>
        </p:txBody>
      </p:sp>
      <p:sp useBgFill="1">
        <p:nvSpPr>
          <p:cNvPr id="48" name="Rectangle 25">
            <a:extLst>
              <a:ext uri="{FF2B5EF4-FFF2-40B4-BE49-F238E27FC236}">
                <a16:creationId xmlns:a16="http://schemas.microsoft.com/office/drawing/2014/main" id="{755B289C-FFBC-4DA1-9048-5AB172C337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349" y="643467"/>
            <a:ext cx="7426229" cy="55710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27">
            <a:extLst>
              <a:ext uri="{FF2B5EF4-FFF2-40B4-BE49-F238E27FC236}">
                <a16:creationId xmlns:a16="http://schemas.microsoft.com/office/drawing/2014/main" id="{59819350-82D4-404F-8D7E-92AD1DBC52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8420" y="1386276"/>
            <a:ext cx="4589629" cy="4085448"/>
          </a:xfrm>
          <a:prstGeom prst="rect">
            <a:avLst/>
          </a:prstGeom>
          <a:pattFill prst="lgGrid">
            <a:fgClr>
              <a:srgbClr val="EBEEF2"/>
            </a:fgClr>
            <a:bgClr>
              <a:schemeClr val="accent4">
                <a:lumMod val="20000"/>
                <a:lumOff val="8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29">
            <a:extLst>
              <a:ext uri="{FF2B5EF4-FFF2-40B4-BE49-F238E27FC236}">
                <a16:creationId xmlns:a16="http://schemas.microsoft.com/office/drawing/2014/main" id="{760F3168-91D5-4F97-8256-506351938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3543" y="2932778"/>
            <a:ext cx="4124506" cy="2089201"/>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図 8" descr="ハンガー, ミラー が含まれている画像&#10;&#10;自動的に生成された説明">
            <a:extLst>
              <a:ext uri="{FF2B5EF4-FFF2-40B4-BE49-F238E27FC236}">
                <a16:creationId xmlns:a16="http://schemas.microsoft.com/office/drawing/2014/main" id="{E2406489-81F9-5F40-CA71-274FE39C5C6A}"/>
              </a:ext>
            </a:extLst>
          </p:cNvPr>
          <p:cNvPicPr>
            <a:picLocks noChangeAspect="1"/>
          </p:cNvPicPr>
          <p:nvPr/>
        </p:nvPicPr>
        <p:blipFill>
          <a:blip r:embed="rId2"/>
          <a:stretch>
            <a:fillRect/>
          </a:stretch>
        </p:blipFill>
        <p:spPr bwMode="auto">
          <a:xfrm>
            <a:off x="5634475" y="1377870"/>
            <a:ext cx="2177885" cy="2051129"/>
          </a:xfrm>
          <a:prstGeom prst="rect">
            <a:avLst/>
          </a:prstGeom>
        </p:spPr>
      </p:pic>
      <p:sp>
        <p:nvSpPr>
          <p:cNvPr id="51" name="Rectangle 31">
            <a:extLst>
              <a:ext uri="{FF2B5EF4-FFF2-40B4-BE49-F238E27FC236}">
                <a16:creationId xmlns:a16="http://schemas.microsoft.com/office/drawing/2014/main" id="{9294A07D-727F-432B-912F-DF0974DDE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3543" y="5021979"/>
            <a:ext cx="4124506" cy="1337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フッター プレースホルダー 1">
            <a:extLst>
              <a:ext uri="{FF2B5EF4-FFF2-40B4-BE49-F238E27FC236}">
                <a16:creationId xmlns:a16="http://schemas.microsoft.com/office/drawing/2014/main" id="{F68989C0-6E38-996B-933D-41AC6E2EE8C0}"/>
              </a:ext>
            </a:extLst>
          </p:cNvPr>
          <p:cNvSpPr>
            <a:spLocks noGrp="1"/>
          </p:cNvSpPr>
          <p:nvPr>
            <p:ph type="ftr" sz="quarter" idx="4294967295"/>
          </p:nvPr>
        </p:nvSpPr>
        <p:spPr bwMode="auto">
          <a:xfrm>
            <a:off x="3028950" y="6356350"/>
            <a:ext cx="3086100" cy="365125"/>
          </a:xfrm>
        </p:spPr>
        <p:txBody>
          <a:bodyPr/>
          <a:lstStyle/>
          <a:p>
            <a:pPr>
              <a:defRPr/>
            </a:pPr>
            <a:r>
              <a:rPr lang="en-US" dirty="0" err="1"/>
              <a:t>Copyright©Zhiming</a:t>
            </a:r>
            <a:r>
              <a:rPr lang="en-US" dirty="0"/>
              <a:t> Software Japan, Ltd. All rights reserved.</a:t>
            </a:r>
            <a:endParaRPr lang="ja-JP" dirty="0"/>
          </a:p>
        </p:txBody>
      </p:sp>
      <p:sp>
        <p:nvSpPr>
          <p:cNvPr id="12" name="スライド番号プレースホルダー 11">
            <a:extLst>
              <a:ext uri="{FF2B5EF4-FFF2-40B4-BE49-F238E27FC236}">
                <a16:creationId xmlns:a16="http://schemas.microsoft.com/office/drawing/2014/main" id="{4A8B4A29-47E2-C293-0663-8D364BFDF40E}"/>
              </a:ext>
            </a:extLst>
          </p:cNvPr>
          <p:cNvSpPr>
            <a:spLocks noGrp="1"/>
          </p:cNvSpPr>
          <p:nvPr>
            <p:ph type="sldNum" sz="quarter" idx="4294967295"/>
          </p:nvPr>
        </p:nvSpPr>
        <p:spPr>
          <a:xfrm>
            <a:off x="6457950" y="6356350"/>
            <a:ext cx="2057400" cy="365125"/>
          </a:xfrm>
        </p:spPr>
        <p:txBody>
          <a:bodyPr/>
          <a:lstStyle/>
          <a:p>
            <a:pPr>
              <a:defRPr/>
            </a:pPr>
            <a:fld id="{08395586-F03A-48D1-94DF-16B239DF4FB5}" type="slidenum">
              <a:rPr lang="ru-RU" smtClean="0"/>
              <a:t>8</a:t>
            </a:fld>
            <a:endParaRPr lang="ru-RU"/>
          </a:p>
        </p:txBody>
      </p:sp>
      <p:sp>
        <p:nvSpPr>
          <p:cNvPr id="4" name="Subtitle 2">
            <a:extLst>
              <a:ext uri="{FF2B5EF4-FFF2-40B4-BE49-F238E27FC236}">
                <a16:creationId xmlns:a16="http://schemas.microsoft.com/office/drawing/2014/main" id="{78D9556B-474E-3C2B-65C3-B2BF17F512FF}"/>
              </a:ext>
            </a:extLst>
          </p:cNvPr>
          <p:cNvSpPr txBox="1">
            <a:spLocks/>
          </p:cNvSpPr>
          <p:nvPr/>
        </p:nvSpPr>
        <p:spPr>
          <a:xfrm>
            <a:off x="5627753" y="3919208"/>
            <a:ext cx="2887597" cy="555155"/>
          </a:xfrm>
          <a:prstGeom prst="rect">
            <a:avLst/>
          </a:prstGeom>
        </p:spPr>
        <p:txBody>
          <a:bodyPr vert="horz" wrap="none" lIns="0" tIns="0" rIns="0" bIns="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kumimoji="1" sz="1800" kern="1200">
                <a:solidFill>
                  <a:schemeClr val="tx1"/>
                </a:solidFill>
                <a:latin typeface="游ゴシック Light" panose="020B0300000000000000" pitchFamily="50" charset="-128"/>
                <a:ea typeface="游ゴシック Light" panose="020B0300000000000000" pitchFamily="50" charset="-128"/>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1600" b="1" dirty="0">
                <a:latin typeface="+mj-ea"/>
                <a:ea typeface="+mj-ea"/>
              </a:rPr>
              <a:t>日本智明創発ソフト株式会社</a:t>
            </a:r>
            <a:endParaRPr lang="en-US" altLang="ja-JP" sz="1600" b="1" dirty="0">
              <a:latin typeface="+mj-ea"/>
              <a:ea typeface="+mj-ea"/>
            </a:endParaRPr>
          </a:p>
        </p:txBody>
      </p:sp>
      <p:sp>
        <p:nvSpPr>
          <p:cNvPr id="5" name="テキスト ボックス 4">
            <a:extLst>
              <a:ext uri="{FF2B5EF4-FFF2-40B4-BE49-F238E27FC236}">
                <a16:creationId xmlns:a16="http://schemas.microsoft.com/office/drawing/2014/main" id="{EAF85B82-ECE6-3F97-AA4A-37C8354FD052}"/>
              </a:ext>
            </a:extLst>
          </p:cNvPr>
          <p:cNvSpPr txBox="1"/>
          <p:nvPr/>
        </p:nvSpPr>
        <p:spPr>
          <a:xfrm>
            <a:off x="6588224" y="4374951"/>
            <a:ext cx="2241451" cy="461665"/>
          </a:xfrm>
          <a:prstGeom prst="rect">
            <a:avLst/>
          </a:prstGeom>
          <a:noFill/>
        </p:spPr>
        <p:txBody>
          <a:bodyPr wrap="square" rtlCol="0">
            <a:spAutoFit/>
          </a:bodyPr>
          <a:lstStyle/>
          <a:p>
            <a:r>
              <a:rPr lang="en-US" altLang="ja-JP" sz="1200" b="0" dirty="0" err="1">
                <a:latin typeface="Yu Gothic UI" panose="020B0500000000000000" pitchFamily="50" charset="-128"/>
                <a:ea typeface="Yu Gothic UI" panose="020B0500000000000000" pitchFamily="50" charset="-128"/>
              </a:rPr>
              <a:t>Zhiming</a:t>
            </a:r>
            <a:r>
              <a:rPr lang="en-US" altLang="ja-JP" sz="1200" b="0" dirty="0">
                <a:latin typeface="Yu Gothic UI" panose="020B0500000000000000" pitchFamily="50" charset="-128"/>
                <a:ea typeface="Yu Gothic UI" panose="020B0500000000000000" pitchFamily="50" charset="-128"/>
              </a:rPr>
              <a:t> Software Japan</a:t>
            </a:r>
          </a:p>
          <a:p>
            <a:endParaRPr kumimoji="1" lang="ja-JP" altLang="en-US" sz="12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lank">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NRIGroupPowerPointTemplate2023">
  <a:themeElements>
    <a:clrScheme name="NRI color">
      <a:dk1>
        <a:srgbClr val="000000"/>
      </a:dk1>
      <a:lt1>
        <a:srgbClr val="FFFFFF"/>
      </a:lt1>
      <a:dk2>
        <a:srgbClr val="CCCCCC"/>
      </a:dk2>
      <a:lt2>
        <a:srgbClr val="7F7F7F"/>
      </a:lt2>
      <a:accent1>
        <a:srgbClr val="000F78"/>
      </a:accent1>
      <a:accent2>
        <a:srgbClr val="3C64AA"/>
      </a:accent2>
      <a:accent3>
        <a:srgbClr val="64AADC"/>
      </a:accent3>
      <a:accent4>
        <a:srgbClr val="F59637"/>
      </a:accent4>
      <a:accent5>
        <a:srgbClr val="D73232"/>
      </a:accent5>
      <a:accent6>
        <a:srgbClr val="0F55C3"/>
      </a:accent6>
      <a:hlink>
        <a:srgbClr val="0092C5"/>
      </a:hlink>
      <a:folHlink>
        <a:srgbClr val="954F72"/>
      </a:folHlink>
    </a:clrScheme>
    <a:fontScheme name="Yu Gothic UI">
      <a:majorFont>
        <a:latin typeface="Yu Gothic UI"/>
        <a:ea typeface="Yu Gothic UI"/>
        <a:cs typeface=""/>
      </a:majorFont>
      <a:minorFont>
        <a:latin typeface="Yu Gothic UI"/>
        <a:ea typeface="Yu Gothic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tx1"/>
          </a:solidFill>
        </a:ln>
      </a:spPr>
      <a:bodyPr rtlCol="0" anchor="ctr"/>
      <a:lstStyle>
        <a:defPPr algn="ctr">
          <a:defRPr kumimoji="1"/>
        </a:defPPr>
      </a:lstStyle>
      <a:style>
        <a:lnRef idx="1">
          <a:schemeClr val="accent1"/>
        </a:lnRef>
        <a:fillRef idx="0">
          <a:schemeClr val="accent1"/>
        </a:fillRef>
        <a:effectRef idx="0">
          <a:schemeClr val="accent1"/>
        </a:effectRef>
        <a:fontRef idx="minor">
          <a:schemeClr val="tx1"/>
        </a:fontRef>
      </a:style>
    </a:spDef>
    <a:txDef>
      <a:spPr>
        <a:noFill/>
      </a:spPr>
      <a:bodyPr wrap="none" rtlCol="0">
        <a:spAutoFit/>
      </a:bodyPr>
      <a:lstStyle>
        <a:defPPr algn="l">
          <a:lnSpc>
            <a:spcPct val="120000"/>
          </a:lnSpc>
          <a:defRPr kumimoji="1" sz="1000" smtClean="0"/>
        </a:defPPr>
      </a:lstStyle>
    </a:txDef>
  </a:objectDefaults>
  <a:extraClrSchemeLst>
    <a:extraClrScheme>
      <a:clrScheme name="NRI color">
        <a:dk1>
          <a:srgbClr val="000000"/>
        </a:dk1>
        <a:lt1>
          <a:srgbClr val="FFFFFF"/>
        </a:lt1>
        <a:dk2>
          <a:srgbClr val="CCCCCC"/>
        </a:dk2>
        <a:lt2>
          <a:srgbClr val="7F7F7F"/>
        </a:lt2>
        <a:accent1>
          <a:srgbClr val="000F78"/>
        </a:accent1>
        <a:accent2>
          <a:srgbClr val="3C64AA"/>
        </a:accent2>
        <a:accent3>
          <a:srgbClr val="64AADC"/>
        </a:accent3>
        <a:accent4>
          <a:srgbClr val="F59637"/>
        </a:accent4>
        <a:accent5>
          <a:srgbClr val="D73232"/>
        </a:accent5>
        <a:accent6>
          <a:srgbClr val="0F55C3"/>
        </a:accent6>
        <a:hlink>
          <a:srgbClr val="0092C5"/>
        </a:hlink>
        <a:folHlink>
          <a:srgbClr val="954F72"/>
        </a:folHlink>
      </a:clrScheme>
    </a:extraClrScheme>
  </a:extraClrSchemeLst>
  <a:custClrLst>
    <a:custClr name="navy">
      <a:srgbClr val="000F78"/>
    </a:custClr>
    <a:custClr name="blue1">
      <a:srgbClr val="96BEF5"/>
    </a:custClr>
    <a:custClr name="blue2">
      <a:srgbClr val="0F55C3"/>
    </a:custClr>
    <a:custClr name="blue3">
      <a:srgbClr val="64AADC"/>
    </a:custClr>
    <a:custClr name="blue4">
      <a:srgbClr val="3C64AA"/>
    </a:custClr>
    <a:custClr name="blue5">
      <a:srgbClr val="64A5B4"/>
    </a:custClr>
    <a:custClr name="blue gray">
      <a:srgbClr val="E4ECED"/>
    </a:custClr>
    <a:custClr name="white">
      <a:srgbClr val="FFFFFF"/>
    </a:custClr>
    <a:custClr name="white">
      <a:srgbClr val="FFFFFF"/>
    </a:custClr>
    <a:custClr name="white">
      <a:srgbClr val="FFFFFF"/>
    </a:custClr>
    <a:custClr name="red">
      <a:srgbClr val="D73232"/>
    </a:custClr>
    <a:custClr name="magenta">
      <a:srgbClr val="BE377D"/>
    </a:custClr>
    <a:custClr name="orange">
      <a:srgbClr val="F59637"/>
    </a:custClr>
    <a:custClr name="yellow">
      <a:srgbClr val="FFDC00"/>
    </a:custClr>
    <a:custClr name="green">
      <a:srgbClr val="BED200"/>
    </a:custClr>
    <a:custClr name="purple">
      <a:srgbClr val="5F3C91"/>
    </a:custClr>
  </a:custClrLst>
  <a:extLst>
    <a:ext uri="{05A4C25C-085E-4340-85A3-A5531E510DB2}">
      <thm15:themeFamily xmlns:thm15="http://schemas.microsoft.com/office/thememl/2012/main" name="RR_nri_template2019_standard_Ver.1.1" id="{812061EE-F647-473A-9562-B705002DA428}" vid="{297C2B40-6853-4D8D-8A65-97DBC4EEEF8D}"/>
    </a:ext>
  </a:extLst>
</a:theme>
</file>

<file path=ppt/theme/theme3.xml><?xml version="1.0" encoding="utf-8"?>
<a:theme xmlns:a="http://schemas.openxmlformats.org/drawingml/2006/main" name="1_NRIGroupPowerPointTemplate2023">
  <a:themeElements>
    <a:clrScheme name="NRI color">
      <a:dk1>
        <a:srgbClr val="000000"/>
      </a:dk1>
      <a:lt1>
        <a:srgbClr val="FFFFFF"/>
      </a:lt1>
      <a:dk2>
        <a:srgbClr val="CCCCCC"/>
      </a:dk2>
      <a:lt2>
        <a:srgbClr val="7F7F7F"/>
      </a:lt2>
      <a:accent1>
        <a:srgbClr val="000F78"/>
      </a:accent1>
      <a:accent2>
        <a:srgbClr val="3C64AA"/>
      </a:accent2>
      <a:accent3>
        <a:srgbClr val="64AADC"/>
      </a:accent3>
      <a:accent4>
        <a:srgbClr val="F59637"/>
      </a:accent4>
      <a:accent5>
        <a:srgbClr val="D73232"/>
      </a:accent5>
      <a:accent6>
        <a:srgbClr val="0F55C3"/>
      </a:accent6>
      <a:hlink>
        <a:srgbClr val="0092C5"/>
      </a:hlink>
      <a:folHlink>
        <a:srgbClr val="954F72"/>
      </a:folHlink>
    </a:clrScheme>
    <a:fontScheme name="Yu Gothic UI">
      <a:majorFont>
        <a:latin typeface="Yu Gothic UI"/>
        <a:ea typeface="Yu Gothic UI"/>
        <a:cs typeface=""/>
      </a:majorFont>
      <a:minorFont>
        <a:latin typeface="Yu Gothic UI"/>
        <a:ea typeface="Yu Gothic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tx1"/>
          </a:solidFill>
        </a:ln>
      </a:spPr>
      <a:bodyPr rtlCol="0" anchor="ctr"/>
      <a:lstStyle>
        <a:defPPr algn="ctr">
          <a:defRPr kumimoji="1"/>
        </a:defPPr>
      </a:lstStyle>
      <a:style>
        <a:lnRef idx="1">
          <a:schemeClr val="accent1"/>
        </a:lnRef>
        <a:fillRef idx="0">
          <a:schemeClr val="accent1"/>
        </a:fillRef>
        <a:effectRef idx="0">
          <a:schemeClr val="accent1"/>
        </a:effectRef>
        <a:fontRef idx="minor">
          <a:schemeClr val="tx1"/>
        </a:fontRef>
      </a:style>
    </a:spDef>
    <a:txDef>
      <a:spPr>
        <a:noFill/>
      </a:spPr>
      <a:bodyPr wrap="none" rtlCol="0">
        <a:spAutoFit/>
      </a:bodyPr>
      <a:lstStyle>
        <a:defPPr algn="l">
          <a:lnSpc>
            <a:spcPct val="120000"/>
          </a:lnSpc>
          <a:defRPr kumimoji="1" sz="1000" smtClean="0"/>
        </a:defPPr>
      </a:lstStyle>
    </a:txDef>
  </a:objectDefaults>
  <a:extraClrSchemeLst>
    <a:extraClrScheme>
      <a:clrScheme name="NRI color">
        <a:dk1>
          <a:srgbClr val="000000"/>
        </a:dk1>
        <a:lt1>
          <a:srgbClr val="FFFFFF"/>
        </a:lt1>
        <a:dk2>
          <a:srgbClr val="CCCCCC"/>
        </a:dk2>
        <a:lt2>
          <a:srgbClr val="7F7F7F"/>
        </a:lt2>
        <a:accent1>
          <a:srgbClr val="000F78"/>
        </a:accent1>
        <a:accent2>
          <a:srgbClr val="3C64AA"/>
        </a:accent2>
        <a:accent3>
          <a:srgbClr val="64AADC"/>
        </a:accent3>
        <a:accent4>
          <a:srgbClr val="F59637"/>
        </a:accent4>
        <a:accent5>
          <a:srgbClr val="D73232"/>
        </a:accent5>
        <a:accent6>
          <a:srgbClr val="0F55C3"/>
        </a:accent6>
        <a:hlink>
          <a:srgbClr val="0092C5"/>
        </a:hlink>
        <a:folHlink>
          <a:srgbClr val="954F72"/>
        </a:folHlink>
      </a:clrScheme>
    </a:extraClrScheme>
  </a:extraClrSchemeLst>
  <a:custClrLst>
    <a:custClr name="navy">
      <a:srgbClr val="000F78"/>
    </a:custClr>
    <a:custClr name="blue1">
      <a:srgbClr val="96BEF5"/>
    </a:custClr>
    <a:custClr name="blue2">
      <a:srgbClr val="0F55C3"/>
    </a:custClr>
    <a:custClr name="blue3">
      <a:srgbClr val="64AADC"/>
    </a:custClr>
    <a:custClr name="blue4">
      <a:srgbClr val="3C64AA"/>
    </a:custClr>
    <a:custClr name="blue5">
      <a:srgbClr val="64A5B4"/>
    </a:custClr>
    <a:custClr name="blue gray">
      <a:srgbClr val="E4ECED"/>
    </a:custClr>
    <a:custClr name="white">
      <a:srgbClr val="FFFFFF"/>
    </a:custClr>
    <a:custClr name="white">
      <a:srgbClr val="FFFFFF"/>
    </a:custClr>
    <a:custClr name="white">
      <a:srgbClr val="FFFFFF"/>
    </a:custClr>
    <a:custClr name="red">
      <a:srgbClr val="D73232"/>
    </a:custClr>
    <a:custClr name="magenta">
      <a:srgbClr val="BE377D"/>
    </a:custClr>
    <a:custClr name="orange">
      <a:srgbClr val="F59637"/>
    </a:custClr>
    <a:custClr name="yellow">
      <a:srgbClr val="FFDC00"/>
    </a:custClr>
    <a:custClr name="green">
      <a:srgbClr val="BED200"/>
    </a:custClr>
    <a:custClr name="purple">
      <a:srgbClr val="5F3C91"/>
    </a:custClr>
  </a:custClrLst>
  <a:extLst>
    <a:ext uri="{05A4C25C-085E-4340-85A3-A5531E510DB2}">
      <thm15:themeFamily xmlns:thm15="http://schemas.microsoft.com/office/thememl/2012/main" name="RR_nri_template2019_standard_Ver.1.1" id="{812061EE-F647-473A-9562-B705002DA428}" vid="{297C2B40-6853-4D8D-8A65-97DBC4EEEF8D}"/>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1894</TotalTime>
  <Words>1042</Words>
  <Application>Microsoft Office PowerPoint</Application>
  <DocSecurity>0</DocSecurity>
  <PresentationFormat>画面に合わせる (4:3)</PresentationFormat>
  <Paragraphs>131</Paragraphs>
  <Slides>8</Slides>
  <Notes>6</Notes>
  <HiddenSlides>0</HiddenSlides>
  <MMClips>0</MMClips>
  <ScaleCrop>false</ScaleCrop>
  <HeadingPairs>
    <vt:vector size="8" baseType="variant">
      <vt:variant>
        <vt:lpstr>使用されているフォント</vt:lpstr>
      </vt:variant>
      <vt:variant>
        <vt:i4>6</vt:i4>
      </vt:variant>
      <vt:variant>
        <vt:lpstr>テーマ</vt:lpstr>
      </vt:variant>
      <vt:variant>
        <vt:i4>3</vt:i4>
      </vt:variant>
      <vt:variant>
        <vt:lpstr>埋め込まれた OLE サーバー</vt:lpstr>
      </vt:variant>
      <vt:variant>
        <vt:i4>1</vt:i4>
      </vt:variant>
      <vt:variant>
        <vt:lpstr>スライド タイトル</vt:lpstr>
      </vt:variant>
      <vt:variant>
        <vt:i4>8</vt:i4>
      </vt:variant>
    </vt:vector>
  </HeadingPairs>
  <TitlesOfParts>
    <vt:vector size="18" baseType="lpstr">
      <vt:lpstr>Meiryo UI</vt:lpstr>
      <vt:lpstr>Yu Gothic UI</vt:lpstr>
      <vt:lpstr>システムフォント</vt:lpstr>
      <vt:lpstr>游ゴシック</vt:lpstr>
      <vt:lpstr>Arial</vt:lpstr>
      <vt:lpstr>Wingdings</vt:lpstr>
      <vt:lpstr>Blank</vt:lpstr>
      <vt:lpstr>NRIGroupPowerPointTemplate2023</vt:lpstr>
      <vt:lpstr>1_NRIGroupPowerPointTemplate2023</vt:lpstr>
      <vt:lpstr>think-cell スライド</vt:lpstr>
      <vt:lpstr>PowerPoint プレゼンテーション</vt:lpstr>
      <vt:lpstr>PowerPoint プレゼンテーション</vt:lpstr>
      <vt:lpstr>１．目的</vt:lpstr>
      <vt:lpstr>２．測定範囲</vt:lpstr>
      <vt:lpstr>３．スコア制</vt:lpstr>
      <vt:lpstr>４．BJT（ビジネス日本語能力テスト）とは？（１）</vt:lpstr>
      <vt:lpstr>４．BJT（ビジネス日本語能力テスト）とは？（２）</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有理 加賀</dc:creator>
  <cp:keywords/>
  <dc:description/>
  <cp:lastModifiedBy>松永 陽子</cp:lastModifiedBy>
  <cp:revision>131</cp:revision>
  <dcterms:created xsi:type="dcterms:W3CDTF">2023-10-22T04:31:50Z</dcterms:created>
  <dcterms:modified xsi:type="dcterms:W3CDTF">2024-08-21T02:52:43Z</dcterms:modified>
  <cp:category/>
  <dc:identifier/>
  <cp:contentStatus/>
  <dc:language/>
  <cp:version/>
</cp:coreProperties>
</file>
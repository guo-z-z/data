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2"/>
  </p:notesMasterIdLst>
  <p:sldIdLst>
    <p:sldId id="2146848466" r:id="rId2"/>
    <p:sldId id="2146848467" r:id="rId3"/>
    <p:sldId id="2146848475" r:id="rId4"/>
    <p:sldId id="2146848468" r:id="rId5"/>
    <p:sldId id="2146848469" r:id="rId6"/>
    <p:sldId id="2146848470" r:id="rId7"/>
    <p:sldId id="2146848471" r:id="rId8"/>
    <p:sldId id="2146848472" r:id="rId9"/>
    <p:sldId id="2146848474" r:id="rId10"/>
    <p:sldId id="2146848473" r:id="rId11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2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8E9"/>
    <a:srgbClr val="FFCCFF"/>
    <a:srgbClr val="FFFFCC"/>
    <a:srgbClr val="CCFFCC"/>
    <a:srgbClr val="FF9900"/>
    <a:srgbClr val="CCFFFF"/>
    <a:srgbClr val="E6E0D0"/>
    <a:srgbClr val="E2DBC8"/>
    <a:srgbClr val="9E7C00"/>
    <a:srgbClr val="B09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6" autoAdjust="0"/>
    <p:restoredTop sz="96234" autoAdjust="0"/>
  </p:normalViewPr>
  <p:slideViewPr>
    <p:cSldViewPr snapToGrid="0">
      <p:cViewPr varScale="1">
        <p:scale>
          <a:sx n="110" d="100"/>
          <a:sy n="110" d="100"/>
        </p:scale>
        <p:origin x="1356" y="114"/>
      </p:cViewPr>
      <p:guideLst>
        <p:guide orient="horz" pos="935"/>
        <p:guide pos="2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8F124-893D-415A-862B-25C7B1E6F95D}" type="datetimeFigureOut">
              <a:rPr kumimoji="1" lang="ja-JP" altLang="en-US" smtClean="0"/>
              <a:t>2025/1/21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7E113-CA2E-4CF5-9B51-2A7B1C003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77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BBC93C1-7A3C-89E1-9B0C-12C49B8FB680}"/>
              </a:ext>
            </a:extLst>
          </p:cNvPr>
          <p:cNvSpPr/>
          <p:nvPr userDrawn="1"/>
        </p:nvSpPr>
        <p:spPr>
          <a:xfrm>
            <a:off x="634679" y="0"/>
            <a:ext cx="8520192" cy="360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87167D1-D6A4-680E-3FB7-DB97962050DF}"/>
              </a:ext>
            </a:extLst>
          </p:cNvPr>
          <p:cNvSpPr txBox="1">
            <a:spLocks/>
          </p:cNvSpPr>
          <p:nvPr userDrawn="1"/>
        </p:nvSpPr>
        <p:spPr>
          <a:xfrm>
            <a:off x="1039053" y="3991378"/>
            <a:ext cx="6858000" cy="555155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游ゴシック Light" panose="020B0300000000000000" pitchFamily="50" charset="-128"/>
                <a:ea typeface="游ゴシック Light" panose="020B0300000000000000" pitchFamily="50" charset="-128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latin typeface="+mj-ea"/>
                <a:ea typeface="+mj-ea"/>
              </a:rPr>
              <a:t>日本智明創発ソフト株式会社</a:t>
            </a:r>
            <a:endParaRPr lang="en-US" altLang="ja-JP" sz="1600" b="1" dirty="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822826"/>
            <a:ext cx="7812000" cy="1548000"/>
          </a:xfrm>
          <a:noFill/>
        </p:spPr>
        <p:txBody>
          <a:bodyPr wrap="none" anchor="b" anchorCtr="0">
            <a:noAutofit/>
          </a:bodyPr>
          <a:lstStyle>
            <a:lvl1pPr algn="ctr">
              <a:defRPr sz="2600"/>
            </a:lvl1pPr>
          </a:lstStyle>
          <a:p>
            <a:r>
              <a:rPr lang="ja-JP" altLang="en-US" dirty="0"/>
              <a:t>マスター タイトルの書式設定</a:t>
            </a:r>
            <a:r>
              <a:rPr lang="en-US" altLang="ja-JP" dirty="0"/>
              <a:t>26PT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9053" y="4547787"/>
            <a:ext cx="6858000" cy="1229844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1400" b="1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役職・氏名</a:t>
            </a:r>
            <a:endParaRPr lang="en-US" altLang="ja-JP" dirty="0"/>
          </a:p>
          <a:p>
            <a:r>
              <a:rPr lang="en-US" altLang="ja-JP" dirty="0"/>
              <a:t>2023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月○○日</a:t>
            </a:r>
            <a:endParaRPr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EF2C510-3108-93F9-7B5F-E83A784D58CE}"/>
              </a:ext>
            </a:extLst>
          </p:cNvPr>
          <p:cNvSpPr/>
          <p:nvPr userDrawn="1"/>
        </p:nvSpPr>
        <p:spPr>
          <a:xfrm>
            <a:off x="621990" y="0"/>
            <a:ext cx="249028" cy="1116000"/>
          </a:xfrm>
          <a:prstGeom prst="rect">
            <a:avLst/>
          </a:prstGeom>
          <a:solidFill>
            <a:srgbClr val="DBD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6349AAE-D498-464B-A026-0A8C56B5A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4867" y="6489985"/>
            <a:ext cx="4743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87FECBD-9A4D-59F8-B1B1-99CE28D62FA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85800" y="1269000"/>
            <a:ext cx="7812000" cy="527634"/>
          </a:xfrm>
        </p:spPr>
        <p:txBody>
          <a:bodyPr wrap="none" anchor="b" anchorCtr="0">
            <a:noAutofit/>
          </a:bodyPr>
          <a:lstStyle>
            <a:lvl1pPr algn="ctr"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マスターテキストの書式設定 </a:t>
            </a:r>
            <a:r>
              <a:rPr lang="en-US" altLang="ja-JP" dirty="0"/>
              <a:t>18PT</a:t>
            </a:r>
            <a:endParaRPr 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20E3139-AF53-E135-07E9-095324E59077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846743" y="4136828"/>
            <a:ext cx="4320000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76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25807" y="6497420"/>
            <a:ext cx="4743450" cy="365125"/>
          </a:xfrm>
        </p:spPr>
        <p:txBody>
          <a:bodyPr/>
          <a:lstStyle>
            <a:lvl1pPr>
              <a:defRPr sz="950"/>
            </a:lvl1pPr>
          </a:lstStyle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3528" y="6497420"/>
            <a:ext cx="742950" cy="365125"/>
          </a:xfrm>
        </p:spPr>
        <p:txBody>
          <a:bodyPr/>
          <a:lstStyle>
            <a:lvl1pPr>
              <a:defRPr sz="950"/>
            </a:lvl1pPr>
          </a:lstStyle>
          <a:p>
            <a:fld id="{D1AEFF64-B9BB-4FAF-9A06-386313EB548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 sz="2000"/>
            </a:lvl1pPr>
          </a:lstStyle>
          <a:p>
            <a:r>
              <a:rPr lang="ja-JP" altLang="en-US" dirty="0"/>
              <a:t>目次タイトル　</a:t>
            </a:r>
            <a:r>
              <a:rPr lang="en-US" altLang="ja-JP" dirty="0"/>
              <a:t>20PT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439145" y="1650073"/>
            <a:ext cx="6372000" cy="585215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600"/>
              </a:lnSpc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/>
              <a:t>コンテンツ</a:t>
            </a:r>
            <a:r>
              <a:rPr lang="en-US" altLang="ja-JP" dirty="0"/>
              <a:t>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D4914F-58D0-AF00-78DD-A0A01AC7116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39145" y="2341368"/>
            <a:ext cx="6372000" cy="585215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600"/>
              </a:lnSpc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/>
              <a:t>コンテンツ</a:t>
            </a:r>
            <a:r>
              <a:rPr lang="en-US" altLang="ja-JP" dirty="0"/>
              <a:t>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7E2C10-6A3F-BFC4-ADA3-844244F7085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439145" y="3032663"/>
            <a:ext cx="6372000" cy="585215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600"/>
              </a:lnSpc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/>
              <a:t>コンテンツ</a:t>
            </a:r>
            <a:r>
              <a:rPr lang="en-US" altLang="ja-JP" dirty="0"/>
              <a:t>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C9B0F5-F237-9F03-8738-C97EC07605D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39145" y="3723958"/>
            <a:ext cx="6372000" cy="585215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600"/>
              </a:lnSpc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/>
              <a:t>コンテンツ</a:t>
            </a:r>
            <a:r>
              <a:rPr lang="en-US" altLang="ja-JP" dirty="0"/>
              <a:t>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80F7F3-68CD-51B8-4637-9D2D30D0B08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439145" y="4415252"/>
            <a:ext cx="6372000" cy="585215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600"/>
              </a:lnSpc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/>
              <a:t>コンテンツ</a:t>
            </a:r>
            <a:r>
              <a:rPr lang="en-US" altLang="ja-JP" dirty="0"/>
              <a:t>5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36F1EE-B24A-6AD1-A0F1-9966613C5E34}"/>
              </a:ext>
            </a:extLst>
          </p:cNvPr>
          <p:cNvSpPr/>
          <p:nvPr userDrawn="1"/>
        </p:nvSpPr>
        <p:spPr>
          <a:xfrm>
            <a:off x="628650" y="89433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75B794B-D177-DD12-BDB5-AE157498D77A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5003149" y="1117031"/>
            <a:ext cx="4320000" cy="0"/>
          </a:xfrm>
          <a:prstGeom prst="line">
            <a:avLst/>
          </a:prstGeom>
          <a:ln w="12700">
            <a:solidFill>
              <a:srgbClr val="E6E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63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00627" y="6497418"/>
            <a:ext cx="4743450" cy="365125"/>
          </a:xfrm>
        </p:spPr>
        <p:txBody>
          <a:bodyPr/>
          <a:lstStyle>
            <a:lvl1pPr>
              <a:defRPr sz="950"/>
            </a:lvl1pPr>
          </a:lstStyle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8348" y="6497418"/>
            <a:ext cx="742950" cy="365125"/>
          </a:xfrm>
        </p:spPr>
        <p:txBody>
          <a:bodyPr/>
          <a:lstStyle>
            <a:lvl1pPr>
              <a:defRPr sz="950"/>
            </a:lvl1pPr>
          </a:lstStyle>
          <a:p>
            <a:fld id="{D1AEFF64-B9BB-4FAF-9A06-386313EB548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EF6C3F8-C7D3-0996-E81D-00792D325882}"/>
              </a:ext>
            </a:extLst>
          </p:cNvPr>
          <p:cNvSpPr/>
          <p:nvPr userDrawn="1"/>
        </p:nvSpPr>
        <p:spPr>
          <a:xfrm>
            <a:off x="507573" y="3467040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614303"/>
            <a:ext cx="7886700" cy="2852737"/>
          </a:xfrm>
          <a:noFill/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ja-JP" altLang="en-US" dirty="0"/>
              <a:t>中表紙の書式設定</a:t>
            </a:r>
            <a:r>
              <a:rPr lang="en-US" altLang="ja-JP" dirty="0"/>
              <a:t>24PT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2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 anchorCtr="0"/>
          <a:lstStyle>
            <a:lvl1pPr>
              <a:defRPr sz="2000"/>
            </a:lvl1pPr>
          </a:lstStyle>
          <a:p>
            <a:r>
              <a:rPr lang="ja-JP" altLang="en-US" dirty="0"/>
              <a:t>タイトルの書式設定</a:t>
            </a:r>
            <a:r>
              <a:rPr lang="en-US" altLang="ja-JP" dirty="0"/>
              <a:t>20PT</a:t>
            </a:r>
            <a:r>
              <a:rPr lang="ja-JP" altLang="en-US" dirty="0"/>
              <a:t>　</a:t>
            </a:r>
            <a:r>
              <a:rPr lang="en-US" altLang="ja-JP" dirty="0"/>
              <a:t>1</a:t>
            </a:r>
            <a:r>
              <a:rPr lang="ja-JP" altLang="en-US" dirty="0"/>
              <a:t>行レイアウト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9" y="1484666"/>
            <a:ext cx="8280000" cy="4320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マスターテキストの書式設定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3867" y="6496190"/>
            <a:ext cx="4743450" cy="365125"/>
          </a:xfrm>
        </p:spPr>
        <p:txBody>
          <a:bodyPr/>
          <a:lstStyle/>
          <a:p>
            <a:r>
              <a:rPr kumimoji="1" lang="en-US" altLang="ja-JP" dirty="0" err="1"/>
              <a:t>Copyright©Zhiming</a:t>
            </a:r>
            <a:r>
              <a:rPr kumimoji="1" lang="en-US" altLang="ja-JP" dirty="0"/>
              <a:t>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8346" y="6497103"/>
            <a:ext cx="742950" cy="365125"/>
          </a:xfrm>
        </p:spPr>
        <p:txBody>
          <a:bodyPr/>
          <a:lstStyle/>
          <a:p>
            <a:fld id="{D1AEFF64-B9BB-4FAF-9A06-386313EB5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989B44-80A3-A2A6-C5C2-9FC127449A83}"/>
              </a:ext>
            </a:extLst>
          </p:cNvPr>
          <p:cNvSpPr/>
          <p:nvPr userDrawn="1"/>
        </p:nvSpPr>
        <p:spPr>
          <a:xfrm>
            <a:off x="628650" y="89433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30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33433"/>
            <a:ext cx="7920000" cy="865419"/>
          </a:xfrm>
        </p:spPr>
        <p:txBody>
          <a:bodyPr anchor="b" anchorCtr="0"/>
          <a:lstStyle>
            <a:lvl1pPr>
              <a:defRPr sz="2000"/>
            </a:lvl1pPr>
          </a:lstStyle>
          <a:p>
            <a:r>
              <a:rPr lang="ja-JP" altLang="en-US" dirty="0"/>
              <a:t>タイトルの書式設定</a:t>
            </a:r>
            <a:r>
              <a:rPr lang="en-US" altLang="ja-JP" dirty="0"/>
              <a:t>20PT</a:t>
            </a:r>
            <a:br>
              <a:rPr lang="en-US" altLang="ja-JP" dirty="0"/>
            </a:br>
            <a:r>
              <a:rPr lang="en-US" altLang="ja-JP" dirty="0"/>
              <a:t>2</a:t>
            </a:r>
            <a:r>
              <a:rPr lang="ja-JP" altLang="en-US" dirty="0"/>
              <a:t>行レイアウト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9" y="1484666"/>
            <a:ext cx="8280000" cy="4320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マスターテキストの書式設定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3868" y="6496190"/>
            <a:ext cx="4743450" cy="365125"/>
          </a:xfrm>
        </p:spPr>
        <p:txBody>
          <a:bodyPr/>
          <a:lstStyle/>
          <a:p>
            <a:r>
              <a:rPr kumimoji="1" lang="en-US" altLang="ja-JP" dirty="0" err="1"/>
              <a:t>Copyright©Zhiming</a:t>
            </a:r>
            <a:r>
              <a:rPr kumimoji="1" lang="en-US" altLang="ja-JP" dirty="0"/>
              <a:t>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8347" y="6497103"/>
            <a:ext cx="742950" cy="365125"/>
          </a:xfrm>
        </p:spPr>
        <p:txBody>
          <a:bodyPr/>
          <a:lstStyle/>
          <a:p>
            <a:fld id="{D1AEFF64-B9BB-4FAF-9A06-386313EB5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989B44-80A3-A2A6-C5C2-9FC127449A83}"/>
              </a:ext>
            </a:extLst>
          </p:cNvPr>
          <p:cNvSpPr/>
          <p:nvPr userDrawn="1"/>
        </p:nvSpPr>
        <p:spPr>
          <a:xfrm>
            <a:off x="628650" y="89433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83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/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D6DFDF-02BF-4C7B-4C72-B4F3A881BFD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1418" y="236186"/>
            <a:ext cx="7920000" cy="324000"/>
          </a:xfrm>
        </p:spPr>
        <p:txBody>
          <a:bodyPr lIns="108000" tIns="0" rIns="0" bIns="0" anchor="b" anchorCtr="0">
            <a:noAutofit/>
          </a:bodyPr>
          <a:lstStyle>
            <a:lvl1pPr>
              <a:defRPr sz="1400" b="1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章タイトル</a:t>
            </a:r>
            <a:r>
              <a:rPr lang="en-US" altLang="ja-JP" dirty="0"/>
              <a:t>14PT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558852"/>
            <a:ext cx="7920000" cy="540000"/>
          </a:xfrm>
        </p:spPr>
        <p:txBody>
          <a:bodyPr anchor="b" anchorCtr="0"/>
          <a:lstStyle>
            <a:lvl1pPr>
              <a:defRPr sz="2000"/>
            </a:lvl1pPr>
          </a:lstStyle>
          <a:p>
            <a:r>
              <a:rPr lang="ja-JP" altLang="en-US" dirty="0"/>
              <a:t>タイトルの書式設定</a:t>
            </a:r>
            <a:r>
              <a:rPr lang="en-US" altLang="ja-JP" dirty="0"/>
              <a:t>20PT</a:t>
            </a:r>
            <a:r>
              <a:rPr lang="ja-JP" altLang="en-US" dirty="0"/>
              <a:t>　</a:t>
            </a:r>
            <a:r>
              <a:rPr lang="en-US" altLang="ja-JP" dirty="0"/>
              <a:t>1</a:t>
            </a:r>
            <a:r>
              <a:rPr lang="ja-JP" altLang="en-US" dirty="0"/>
              <a:t>行レイアウト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9" y="1484666"/>
            <a:ext cx="8280000" cy="4320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マスターテキストの書式設定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3865" y="6496190"/>
            <a:ext cx="4743450" cy="365125"/>
          </a:xfrm>
        </p:spPr>
        <p:txBody>
          <a:bodyPr/>
          <a:lstStyle/>
          <a:p>
            <a:r>
              <a:rPr kumimoji="1" lang="en-US" altLang="ja-JP" dirty="0" err="1"/>
              <a:t>Copyright©Zhiming</a:t>
            </a:r>
            <a:r>
              <a:rPr kumimoji="1" lang="en-US" altLang="ja-JP" dirty="0"/>
              <a:t>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8344" y="6497103"/>
            <a:ext cx="742950" cy="365125"/>
          </a:xfrm>
        </p:spPr>
        <p:txBody>
          <a:bodyPr/>
          <a:lstStyle/>
          <a:p>
            <a:fld id="{D1AEFF64-B9BB-4FAF-9A06-386313EB5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989B44-80A3-A2A6-C5C2-9FC127449A83}"/>
              </a:ext>
            </a:extLst>
          </p:cNvPr>
          <p:cNvSpPr/>
          <p:nvPr userDrawn="1"/>
        </p:nvSpPr>
        <p:spPr>
          <a:xfrm>
            <a:off x="628650" y="89433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33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/２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D6DFDF-02BF-4C7B-4C72-B4F3A881BFD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1418" y="161369"/>
            <a:ext cx="7920000" cy="324000"/>
          </a:xfrm>
        </p:spPr>
        <p:txBody>
          <a:bodyPr lIns="108000" tIns="0" rIns="0" bIns="0" anchor="b" anchorCtr="0">
            <a:noAutofit/>
          </a:bodyPr>
          <a:lstStyle>
            <a:lvl1pPr>
              <a:defRPr sz="1400" b="1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章タイトル</a:t>
            </a:r>
            <a:r>
              <a:rPr lang="en-US" altLang="ja-JP" dirty="0"/>
              <a:t>14PT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485369"/>
            <a:ext cx="7920000" cy="612000"/>
          </a:xfrm>
        </p:spPr>
        <p:txBody>
          <a:bodyPr anchor="b" anchorCtr="0"/>
          <a:lstStyle>
            <a:lvl1pPr>
              <a:defRPr sz="2000"/>
            </a:lvl1pPr>
          </a:lstStyle>
          <a:p>
            <a:r>
              <a:rPr lang="ja-JP" altLang="en-US" dirty="0"/>
              <a:t>タイトルの書式設定</a:t>
            </a:r>
            <a:r>
              <a:rPr lang="en-US" altLang="ja-JP" dirty="0"/>
              <a:t>20PT</a:t>
            </a:r>
            <a:br>
              <a:rPr lang="en-US" altLang="ja-JP" dirty="0"/>
            </a:br>
            <a:r>
              <a:rPr lang="en-US" altLang="ja-JP" dirty="0"/>
              <a:t>2</a:t>
            </a:r>
            <a:r>
              <a:rPr lang="ja-JP" altLang="en-US" dirty="0"/>
              <a:t>行レイアウト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9" y="1484666"/>
            <a:ext cx="8280000" cy="4320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 dirty="0"/>
              <a:t>マスターテキストの書式設定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3865" y="6496190"/>
            <a:ext cx="4743450" cy="365125"/>
          </a:xfrm>
        </p:spPr>
        <p:txBody>
          <a:bodyPr/>
          <a:lstStyle/>
          <a:p>
            <a:r>
              <a:rPr kumimoji="1" lang="en-US" altLang="ja-JP" dirty="0" err="1"/>
              <a:t>Copyright©Zhiming</a:t>
            </a:r>
            <a:r>
              <a:rPr kumimoji="1" lang="en-US" altLang="ja-JP" dirty="0"/>
              <a:t>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8344" y="6497103"/>
            <a:ext cx="742950" cy="365125"/>
          </a:xfrm>
        </p:spPr>
        <p:txBody>
          <a:bodyPr/>
          <a:lstStyle/>
          <a:p>
            <a:fld id="{D1AEFF64-B9BB-4FAF-9A06-386313EB5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989B44-80A3-A2A6-C5C2-9FC127449A83}"/>
              </a:ext>
            </a:extLst>
          </p:cNvPr>
          <p:cNvSpPr/>
          <p:nvPr userDrawn="1"/>
        </p:nvSpPr>
        <p:spPr>
          <a:xfrm>
            <a:off x="628650" y="89433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9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4AEA140-FC6F-8AE7-F819-3382F5D4225D}"/>
              </a:ext>
            </a:extLst>
          </p:cNvPr>
          <p:cNvSpPr/>
          <p:nvPr userDrawn="1"/>
        </p:nvSpPr>
        <p:spPr>
          <a:xfrm>
            <a:off x="1" y="6222382"/>
            <a:ext cx="9165054" cy="641777"/>
          </a:xfrm>
          <a:prstGeom prst="rect">
            <a:avLst/>
          </a:prstGeom>
          <a:solidFill>
            <a:srgbClr val="E6E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87167D1-D6A4-680E-3FB7-DB97962050DF}"/>
              </a:ext>
            </a:extLst>
          </p:cNvPr>
          <p:cNvSpPr txBox="1">
            <a:spLocks/>
          </p:cNvSpPr>
          <p:nvPr userDrawn="1"/>
        </p:nvSpPr>
        <p:spPr>
          <a:xfrm>
            <a:off x="922818" y="3465420"/>
            <a:ext cx="6858000" cy="555155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游ゴシック Light" panose="020B0300000000000000" pitchFamily="50" charset="-128"/>
                <a:ea typeface="游ゴシック Light" panose="020B0300000000000000" pitchFamily="50" charset="-128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200" b="0" dirty="0" err="1">
                <a:latin typeface="Yu Gothic UI" panose="020B0500000000000000" pitchFamily="50" charset="-128"/>
                <a:ea typeface="Yu Gothic UI" panose="020B0500000000000000" pitchFamily="50" charset="-128"/>
              </a:rPr>
              <a:t>Zhiming</a:t>
            </a:r>
            <a:r>
              <a:rPr lang="en-US" altLang="ja-JP" sz="2200" b="0" dirty="0">
                <a:latin typeface="Yu Gothic UI" panose="020B0500000000000000" pitchFamily="50" charset="-128"/>
                <a:ea typeface="Yu Gothic UI" panose="020B0500000000000000" pitchFamily="50" charset="-128"/>
              </a:rPr>
              <a:t> Software Japan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CA97A4F-ADC2-5023-EBD4-B507D2738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017" y="6489981"/>
            <a:ext cx="4743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F783BB7-2B5E-D17B-C6E4-1C523BDCEF6E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-58861" y="4246718"/>
            <a:ext cx="3960000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36D4B4-7E79-42D7-48A5-D5354D5C5AFC}"/>
              </a:ext>
            </a:extLst>
          </p:cNvPr>
          <p:cNvSpPr/>
          <p:nvPr userDrawn="1"/>
        </p:nvSpPr>
        <p:spPr>
          <a:xfrm>
            <a:off x="628650" y="155935"/>
            <a:ext cx="8784000" cy="72000"/>
          </a:xfrm>
          <a:prstGeom prst="rect">
            <a:avLst/>
          </a:prstGeom>
          <a:solidFill>
            <a:srgbClr val="ECE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16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3CF94A1-BA55-94E9-DC72-39D9C9002D3E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-2571" y="162915"/>
            <a:ext cx="36000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58852"/>
            <a:ext cx="7920000" cy="540000"/>
          </a:xfrm>
          <a:prstGeom prst="rect">
            <a:avLst/>
          </a:prstGeom>
          <a:noFill/>
        </p:spPr>
        <p:txBody>
          <a:bodyPr vert="horz" wrap="none" lIns="108000" tIns="0" rIns="0" bIns="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r>
              <a:rPr lang="en-US" altLang="ja-JP" dirty="0"/>
              <a:t>28PT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84666"/>
            <a:ext cx="8291202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9474" y="6489984"/>
            <a:ext cx="4743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0" b="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2134" y="6481671"/>
            <a:ext cx="742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D1AEFF64-B9BB-4FAF-9A06-386313EB548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B34FD5-ADF7-1004-48D9-DA8D3153EA46}"/>
              </a:ext>
            </a:extLst>
          </p:cNvPr>
          <p:cNvSpPr/>
          <p:nvPr userDrawn="1"/>
        </p:nvSpPr>
        <p:spPr>
          <a:xfrm>
            <a:off x="-19051" y="0"/>
            <a:ext cx="648000" cy="11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42611D-3726-D4E0-FA39-60070F2572A4}"/>
              </a:ext>
            </a:extLst>
          </p:cNvPr>
          <p:cNvSpPr/>
          <p:nvPr userDrawn="1"/>
        </p:nvSpPr>
        <p:spPr>
          <a:xfrm>
            <a:off x="8961121" y="5781083"/>
            <a:ext cx="180000" cy="1080000"/>
          </a:xfrm>
          <a:prstGeom prst="rect">
            <a:avLst/>
          </a:prstGeom>
          <a:solidFill>
            <a:srgbClr val="E6E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919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2" r:id="rId2"/>
    <p:sldLayoutId id="2147483711" r:id="rId3"/>
    <p:sldLayoutId id="2147483717" r:id="rId4"/>
    <p:sldLayoutId id="2147483719" r:id="rId5"/>
    <p:sldLayoutId id="2147483720" r:id="rId6"/>
    <p:sldLayoutId id="2147483721" r:id="rId7"/>
    <p:sldLayoutId id="214748371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service.kaonavi.jp/login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15A0-2CE9-9C58-BD43-998FBADB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1FA9F6-15F8-35C5-F9B3-066E1ED80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7E6A9-A5AD-A8CD-88E8-E4FFBCF8C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811632E6-8311-2208-E388-CEA6D5DB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JLPT/BJT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の成績登録方法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スマートフォン編</a:t>
            </a:r>
          </a:p>
        </p:txBody>
      </p:sp>
    </p:spTree>
    <p:extLst>
      <p:ext uri="{BB962C8B-B14F-4D97-AF65-F5344CB8AC3E}">
        <p14:creationId xmlns:p14="http://schemas.microsoft.com/office/powerpoint/2010/main" val="370949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79DA-A320-341A-D8D3-6206DB28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F475D2-A040-6F5C-922A-3E72EDDF14B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930CA53-481C-699D-B9FE-5DA2451B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dirty="0"/>
              <a:t>スマートフォンでの操作方法①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871362-FEB7-6039-F018-48965A7F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C02E7F-82B9-1C17-E6C0-9099A4D1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73FDE026-1D51-21CA-6545-4A8ACD018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182" y="2983493"/>
            <a:ext cx="1785938" cy="317658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A13014-749D-E5EC-62DB-BE1631BD351C}"/>
              </a:ext>
            </a:extLst>
          </p:cNvPr>
          <p:cNvSpPr txBox="1"/>
          <p:nvPr/>
        </p:nvSpPr>
        <p:spPr>
          <a:xfrm>
            <a:off x="279889" y="1256245"/>
            <a:ext cx="8208791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★事前に確認してください★</a:t>
            </a: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kaonavi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kumimoji="1" lang="ja-JP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最新版アプリ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をダウンロードしている　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ダウンロードできていない場合は、システム管理者にお問い合わせください。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kaonavi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にログインできる　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ログインできない場合は、「パスワードを忘れた方はこちら」から再度パスワード設定をしてください。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04DD88A-E191-C3F7-AD2A-E9A5084D2D42}"/>
              </a:ext>
            </a:extLst>
          </p:cNvPr>
          <p:cNvSpPr txBox="1"/>
          <p:nvPr/>
        </p:nvSpPr>
        <p:spPr>
          <a:xfrm>
            <a:off x="279890" y="2044424"/>
            <a:ext cx="176142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カオナビアプリを開きます</a:t>
            </a: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C4DB1929-B410-C80A-7D0C-C2D993E28F5D}"/>
              </a:ext>
            </a:extLst>
          </p:cNvPr>
          <p:cNvSpPr/>
          <p:nvPr/>
        </p:nvSpPr>
        <p:spPr>
          <a:xfrm rot="5400000">
            <a:off x="1973953" y="4288978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D408EB-433E-CC9C-34D1-F68448FB15E2}"/>
              </a:ext>
            </a:extLst>
          </p:cNvPr>
          <p:cNvSpPr txBox="1"/>
          <p:nvPr/>
        </p:nvSpPr>
        <p:spPr>
          <a:xfrm>
            <a:off x="2499183" y="2027218"/>
            <a:ext cx="161561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メールアドレス、パスワードを入れてログインします</a:t>
            </a: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81258C72-FD5B-8E7B-F416-4AF1E5F56E93}"/>
              </a:ext>
            </a:extLst>
          </p:cNvPr>
          <p:cNvSpPr/>
          <p:nvPr/>
        </p:nvSpPr>
        <p:spPr>
          <a:xfrm rot="5400000">
            <a:off x="4291893" y="4300200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74A4078-E840-4CAD-0A07-D38CE6E3752A}"/>
              </a:ext>
            </a:extLst>
          </p:cNvPr>
          <p:cNvSpPr txBox="1"/>
          <p:nvPr/>
        </p:nvSpPr>
        <p:spPr>
          <a:xfrm>
            <a:off x="4742987" y="2005609"/>
            <a:ext cx="160113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「各種申請」をタップします</a:t>
            </a:r>
          </a:p>
        </p:txBody>
      </p:sp>
      <p:pic>
        <p:nvPicPr>
          <p:cNvPr id="30" name="図 29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F929807-6C9E-2A59-27A8-689753C72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15" y="2983493"/>
            <a:ext cx="1782000" cy="316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E49AE539-0B9E-0374-ED8A-39BA92E72663}"/>
              </a:ext>
            </a:extLst>
          </p:cNvPr>
          <p:cNvSpPr/>
          <p:nvPr/>
        </p:nvSpPr>
        <p:spPr>
          <a:xfrm rot="5400000">
            <a:off x="6455515" y="4300200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AD0583B-0930-87E4-6102-330865F9CD78}"/>
              </a:ext>
            </a:extLst>
          </p:cNvPr>
          <p:cNvSpPr/>
          <p:nvPr/>
        </p:nvSpPr>
        <p:spPr>
          <a:xfrm>
            <a:off x="2499182" y="4046265"/>
            <a:ext cx="1782000" cy="144815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77C21CB-AAA2-C442-B22F-98B69C424FB1}"/>
              </a:ext>
            </a:extLst>
          </p:cNvPr>
          <p:cNvSpPr txBox="1"/>
          <p:nvPr/>
        </p:nvSpPr>
        <p:spPr>
          <a:xfrm>
            <a:off x="6986792" y="2005609"/>
            <a:ext cx="169048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「新規申請」→ご自身の申請したいものをタップします</a:t>
            </a:r>
          </a:p>
        </p:txBody>
      </p:sp>
      <p:pic>
        <p:nvPicPr>
          <p:cNvPr id="22" name="図 21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51E7A1BB-23F4-98B0-CA58-515A9B8C7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49" y="2983493"/>
            <a:ext cx="1785938" cy="317658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4" name="楕円 53">
            <a:extLst>
              <a:ext uri="{FF2B5EF4-FFF2-40B4-BE49-F238E27FC236}">
                <a16:creationId xmlns:a16="http://schemas.microsoft.com/office/drawing/2014/main" id="{4A818781-FF17-6653-DB53-E718D7C90301}"/>
              </a:ext>
            </a:extLst>
          </p:cNvPr>
          <p:cNvSpPr/>
          <p:nvPr/>
        </p:nvSpPr>
        <p:spPr>
          <a:xfrm>
            <a:off x="5632018" y="5754266"/>
            <a:ext cx="468662" cy="405815"/>
          </a:xfrm>
          <a:prstGeom prst="ellipse">
            <a:avLst/>
          </a:prstGeom>
          <a:noFill/>
          <a:ln w="19050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3422C74-74BE-FAAB-AB48-0FCD426B7CF4}"/>
              </a:ext>
            </a:extLst>
          </p:cNvPr>
          <p:cNvSpPr/>
          <p:nvPr/>
        </p:nvSpPr>
        <p:spPr>
          <a:xfrm>
            <a:off x="279889" y="4770855"/>
            <a:ext cx="468662" cy="405815"/>
          </a:xfrm>
          <a:prstGeom prst="ellipse">
            <a:avLst/>
          </a:prstGeom>
          <a:noFill/>
          <a:ln w="28575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4ED448-EE30-AD1F-8E8A-F8266DAE9503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" name="図 11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764AAF42-C93E-D168-FDFB-8B2E883EE7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916" y="2973992"/>
            <a:ext cx="1785938" cy="317658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5584D3AC-0607-5BC1-A958-03FE444C7A5E}"/>
              </a:ext>
            </a:extLst>
          </p:cNvPr>
          <p:cNvSpPr/>
          <p:nvPr/>
        </p:nvSpPr>
        <p:spPr>
          <a:xfrm>
            <a:off x="6956851" y="3339938"/>
            <a:ext cx="468662" cy="224377"/>
          </a:xfrm>
          <a:prstGeom prst="ellipse">
            <a:avLst/>
          </a:prstGeom>
          <a:noFill/>
          <a:ln w="19050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83707D0-3A29-68C0-09D9-1BA9078FBA88}"/>
              </a:ext>
            </a:extLst>
          </p:cNvPr>
          <p:cNvSpPr/>
          <p:nvPr/>
        </p:nvSpPr>
        <p:spPr>
          <a:xfrm>
            <a:off x="6961326" y="3558698"/>
            <a:ext cx="1782000" cy="604686"/>
          </a:xfrm>
          <a:prstGeom prst="roundRect">
            <a:avLst>
              <a:gd name="adj" fmla="val 9825"/>
            </a:avLst>
          </a:prstGeom>
          <a:noFill/>
          <a:ln w="28575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9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65E9-6499-E887-63F2-81CEABF8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0B60603-077B-9AC0-A87A-147BC29890B5}"/>
              </a:ext>
            </a:extLst>
          </p:cNvPr>
          <p:cNvGrpSpPr/>
          <p:nvPr/>
        </p:nvGrpSpPr>
        <p:grpSpPr>
          <a:xfrm>
            <a:off x="4806579" y="1716355"/>
            <a:ext cx="1785938" cy="5042360"/>
            <a:chOff x="13625301" y="-8884"/>
            <a:chExt cx="1785938" cy="6118135"/>
          </a:xfrm>
        </p:grpSpPr>
        <p:pic>
          <p:nvPicPr>
            <p:cNvPr id="14" name="図 13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19FCEB99-5862-61E6-A306-4F4459023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301" y="-8884"/>
              <a:ext cx="1785938" cy="3176588"/>
            </a:xfrm>
            <a:prstGeom prst="rect">
              <a:avLst/>
            </a:prstGeom>
          </p:spPr>
        </p:pic>
        <p:pic>
          <p:nvPicPr>
            <p:cNvPr id="15" name="図 14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94BC6F35-B720-B169-A3E7-57C69CA08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2"/>
            <a:stretch/>
          </p:blipFill>
          <p:spPr>
            <a:xfrm>
              <a:off x="13625301" y="2694022"/>
              <a:ext cx="1785938" cy="2862382"/>
            </a:xfrm>
            <a:prstGeom prst="rect">
              <a:avLst/>
            </a:prstGeom>
          </p:spPr>
        </p:pic>
        <p:pic>
          <p:nvPicPr>
            <p:cNvPr id="17" name="図 16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A73C805E-EA99-AFA8-EC51-BB34C4233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850"/>
            <a:stretch/>
          </p:blipFill>
          <p:spPr>
            <a:xfrm>
              <a:off x="13625301" y="3690296"/>
              <a:ext cx="1785938" cy="2418955"/>
            </a:xfrm>
            <a:prstGeom prst="rect">
              <a:avLst/>
            </a:prstGeom>
          </p:spPr>
        </p:pic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AAFECCF4-218B-03DB-0A21-423134D0E345}"/>
              </a:ext>
            </a:extLst>
          </p:cNvPr>
          <p:cNvGrpSpPr/>
          <p:nvPr/>
        </p:nvGrpSpPr>
        <p:grpSpPr>
          <a:xfrm>
            <a:off x="282941" y="1716355"/>
            <a:ext cx="1785938" cy="5042360"/>
            <a:chOff x="13625301" y="-8884"/>
            <a:chExt cx="1785938" cy="6118135"/>
          </a:xfrm>
        </p:grpSpPr>
        <p:pic>
          <p:nvPicPr>
            <p:cNvPr id="26" name="図 25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8F667E4A-3AB9-36A7-BD52-D00737C91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301" y="-8884"/>
              <a:ext cx="1785938" cy="3176588"/>
            </a:xfrm>
            <a:prstGeom prst="rect">
              <a:avLst/>
            </a:prstGeom>
          </p:spPr>
        </p:pic>
        <p:pic>
          <p:nvPicPr>
            <p:cNvPr id="28" name="図 27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81AB6318-FA67-6E90-40F2-05ACC650F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2"/>
            <a:stretch/>
          </p:blipFill>
          <p:spPr>
            <a:xfrm>
              <a:off x="13625301" y="2694022"/>
              <a:ext cx="1785938" cy="2862382"/>
            </a:xfrm>
            <a:prstGeom prst="rect">
              <a:avLst/>
            </a:prstGeom>
          </p:spPr>
        </p:pic>
        <p:pic>
          <p:nvPicPr>
            <p:cNvPr id="34" name="図 33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BA8DF218-F383-94BD-1B52-7459AA165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850"/>
            <a:stretch/>
          </p:blipFill>
          <p:spPr>
            <a:xfrm>
              <a:off x="13625301" y="3690296"/>
              <a:ext cx="1785938" cy="2418955"/>
            </a:xfrm>
            <a:prstGeom prst="rect">
              <a:avLst/>
            </a:prstGeom>
          </p:spPr>
        </p:pic>
      </p:grpSp>
      <p:pic>
        <p:nvPicPr>
          <p:cNvPr id="36" name="図 35" descr="グラフィカル ユーザー インターフェイス, アプリケーション, Word&#10;&#10;自動的に生成された説明">
            <a:extLst>
              <a:ext uri="{FF2B5EF4-FFF2-40B4-BE49-F238E27FC236}">
                <a16:creationId xmlns:a16="http://schemas.microsoft.com/office/drawing/2014/main" id="{6C1EBEC9-C2FF-370B-8B60-7BAC51B29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172" y="2520546"/>
            <a:ext cx="1785938" cy="317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938F48F-8924-731D-5238-8FEDC050F1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23186F0-4591-6838-0242-BBB06B52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dirty="0"/>
              <a:t>スマートフォンでの操作方法②</a:t>
            </a:r>
            <a:r>
              <a:rPr kumimoji="1" lang="en-US" altLang="ja-JP" sz="2400" dirty="0"/>
              <a:t>(JLPT)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D1961A-2A5A-6906-5516-45F4A009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5B11E6-EC2E-F9C5-3B79-506E59C398E1}"/>
              </a:ext>
            </a:extLst>
          </p:cNvPr>
          <p:cNvSpPr txBox="1"/>
          <p:nvPr/>
        </p:nvSpPr>
        <p:spPr>
          <a:xfrm>
            <a:off x="279890" y="1172644"/>
            <a:ext cx="176142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必要事項を入力します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E5F483AF-473A-9C33-B4C6-BC9285B57508}"/>
              </a:ext>
            </a:extLst>
          </p:cNvPr>
          <p:cNvSpPr/>
          <p:nvPr/>
        </p:nvSpPr>
        <p:spPr>
          <a:xfrm rot="5400000">
            <a:off x="4353109" y="3929872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E1F8A7-2A69-1860-E58C-53591DAAC73E}"/>
              </a:ext>
            </a:extLst>
          </p:cNvPr>
          <p:cNvSpPr txBox="1"/>
          <p:nvPr/>
        </p:nvSpPr>
        <p:spPr>
          <a:xfrm>
            <a:off x="4789236" y="1172644"/>
            <a:ext cx="178593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入力後、「承認ステップへ進む」をタップします</a:t>
            </a:r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49AD903B-199D-5F20-4631-A6CA6C1716BE}"/>
              </a:ext>
            </a:extLst>
          </p:cNvPr>
          <p:cNvSpPr/>
          <p:nvPr/>
        </p:nvSpPr>
        <p:spPr>
          <a:xfrm rot="5400000">
            <a:off x="6501764" y="3929872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C45EC12-F1AD-06B1-141D-23D5CB576A86}"/>
              </a:ext>
            </a:extLst>
          </p:cNvPr>
          <p:cNvSpPr txBox="1"/>
          <p:nvPr/>
        </p:nvSpPr>
        <p:spPr>
          <a:xfrm>
            <a:off x="7033041" y="1172644"/>
            <a:ext cx="187731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承認ステップを確認して、「申請」をタップします</a:t>
            </a:r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D5BFA044-56B1-6BC4-AAA4-70E5190E2DB3}"/>
              </a:ext>
            </a:extLst>
          </p:cNvPr>
          <p:cNvSpPr/>
          <p:nvPr/>
        </p:nvSpPr>
        <p:spPr>
          <a:xfrm>
            <a:off x="8319804" y="5414580"/>
            <a:ext cx="429994" cy="284380"/>
          </a:xfrm>
          <a:prstGeom prst="ellipse">
            <a:avLst/>
          </a:prstGeom>
          <a:noFill/>
          <a:ln w="28575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63B6EC95-1609-B2C7-DE15-B4BD09A8415C}"/>
              </a:ext>
            </a:extLst>
          </p:cNvPr>
          <p:cNvSpPr txBox="1">
            <a:spLocks/>
          </p:cNvSpPr>
          <p:nvPr/>
        </p:nvSpPr>
        <p:spPr>
          <a:xfrm>
            <a:off x="8268344" y="6497103"/>
            <a:ext cx="742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50" kern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AEFF64-B9BB-4FAF-9A06-386313EB5484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C7EA16C-9A6F-4651-BBCE-6D78FDFAF1AF}"/>
              </a:ext>
            </a:extLst>
          </p:cNvPr>
          <p:cNvSpPr txBox="1"/>
          <p:nvPr/>
        </p:nvSpPr>
        <p:spPr>
          <a:xfrm>
            <a:off x="6779657" y="6094254"/>
            <a:ext cx="231684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A6CF65E-F9A0-8DA7-5484-0DCEABFBA43B}"/>
              </a:ext>
            </a:extLst>
          </p:cNvPr>
          <p:cNvSpPr/>
          <p:nvPr/>
        </p:nvSpPr>
        <p:spPr>
          <a:xfrm>
            <a:off x="5543745" y="6504744"/>
            <a:ext cx="983138" cy="241610"/>
          </a:xfrm>
          <a:prstGeom prst="ellipse">
            <a:avLst/>
          </a:prstGeom>
          <a:noFill/>
          <a:ln w="28575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385050-E010-1D92-5B64-63BFFD1E71A0}"/>
              </a:ext>
            </a:extLst>
          </p:cNvPr>
          <p:cNvSpPr txBox="1"/>
          <p:nvPr/>
        </p:nvSpPr>
        <p:spPr>
          <a:xfrm>
            <a:off x="2466705" y="1520417"/>
            <a:ext cx="1886882" cy="51013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★入力項目★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は必須項目です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・本番・模擬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→「本試験」、「模擬試験」から選択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・資格名称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N1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N2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N3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」から選択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・受験年月日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・合否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→「合格」、「不合格」から選択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・成績計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・言語知識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・ファイル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成績証明書の</a:t>
            </a:r>
            <a:r>
              <a:rPr kumimoji="1"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を添付してください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EBCDE7B-14C3-9422-0C8F-5A6885DAA3CB}"/>
              </a:ext>
            </a:extLst>
          </p:cNvPr>
          <p:cNvCxnSpPr>
            <a:cxnSpLocks/>
          </p:cNvCxnSpPr>
          <p:nvPr/>
        </p:nvCxnSpPr>
        <p:spPr>
          <a:xfrm flipV="1">
            <a:off x="1001761" y="2118728"/>
            <a:ext cx="1448901" cy="64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0D69634-81D1-BF0B-13B7-061060ADD635}"/>
              </a:ext>
            </a:extLst>
          </p:cNvPr>
          <p:cNvCxnSpPr>
            <a:cxnSpLocks/>
          </p:cNvCxnSpPr>
          <p:nvPr/>
        </p:nvCxnSpPr>
        <p:spPr>
          <a:xfrm flipV="1">
            <a:off x="924087" y="2812430"/>
            <a:ext cx="1497030" cy="401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99291E79-5DD1-3DAD-8924-CB6DCDE7A8E6}"/>
              </a:ext>
            </a:extLst>
          </p:cNvPr>
          <p:cNvCxnSpPr>
            <a:cxnSpLocks/>
          </p:cNvCxnSpPr>
          <p:nvPr/>
        </p:nvCxnSpPr>
        <p:spPr>
          <a:xfrm flipV="1">
            <a:off x="940130" y="3405462"/>
            <a:ext cx="1526575" cy="218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E485315-607C-F8D0-F642-5DF300E26BE7}"/>
              </a:ext>
            </a:extLst>
          </p:cNvPr>
          <p:cNvCxnSpPr>
            <a:cxnSpLocks/>
          </p:cNvCxnSpPr>
          <p:nvPr/>
        </p:nvCxnSpPr>
        <p:spPr>
          <a:xfrm flipV="1">
            <a:off x="704850" y="3650763"/>
            <a:ext cx="1761855" cy="458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0CADFCBC-BB21-2A94-3940-6B2422B6042D}"/>
              </a:ext>
            </a:extLst>
          </p:cNvPr>
          <p:cNvCxnSpPr>
            <a:cxnSpLocks/>
          </p:cNvCxnSpPr>
          <p:nvPr/>
        </p:nvCxnSpPr>
        <p:spPr>
          <a:xfrm flipV="1">
            <a:off x="790878" y="4672729"/>
            <a:ext cx="1659784" cy="179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90DFD3FE-199A-BF1F-03F5-78A70BF208E5}"/>
              </a:ext>
            </a:extLst>
          </p:cNvPr>
          <p:cNvCxnSpPr>
            <a:cxnSpLocks/>
          </p:cNvCxnSpPr>
          <p:nvPr/>
        </p:nvCxnSpPr>
        <p:spPr>
          <a:xfrm flipV="1">
            <a:off x="739418" y="5198039"/>
            <a:ext cx="1711244" cy="49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9A3E6C8-5C5C-AB18-11D5-E5AEF1406CB3}"/>
              </a:ext>
            </a:extLst>
          </p:cNvPr>
          <p:cNvCxnSpPr>
            <a:cxnSpLocks/>
          </p:cNvCxnSpPr>
          <p:nvPr/>
        </p:nvCxnSpPr>
        <p:spPr>
          <a:xfrm flipV="1">
            <a:off x="704850" y="5678652"/>
            <a:ext cx="1716267" cy="18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5231C5D-287A-E641-5A8A-0987A5085D1D}"/>
              </a:ext>
            </a:extLst>
          </p:cNvPr>
          <p:cNvCxnSpPr>
            <a:cxnSpLocks/>
          </p:cNvCxnSpPr>
          <p:nvPr/>
        </p:nvCxnSpPr>
        <p:spPr>
          <a:xfrm>
            <a:off x="924087" y="6043248"/>
            <a:ext cx="1497030" cy="10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E420FD1C-1A27-086B-7DAF-51FBF1F1D2A0}"/>
              </a:ext>
            </a:extLst>
          </p:cNvPr>
          <p:cNvCxnSpPr>
            <a:cxnSpLocks/>
          </p:cNvCxnSpPr>
          <p:nvPr/>
        </p:nvCxnSpPr>
        <p:spPr>
          <a:xfrm flipV="1">
            <a:off x="790878" y="4215766"/>
            <a:ext cx="1659784" cy="272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12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30BA4-F8B9-3295-6EA3-F966991F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4B6AE7F7-7F0B-6B71-75E8-F21A1F283A54}"/>
              </a:ext>
            </a:extLst>
          </p:cNvPr>
          <p:cNvGrpSpPr/>
          <p:nvPr/>
        </p:nvGrpSpPr>
        <p:grpSpPr>
          <a:xfrm>
            <a:off x="334424" y="1730072"/>
            <a:ext cx="1785938" cy="5008079"/>
            <a:chOff x="11458424" y="-193095"/>
            <a:chExt cx="1785938" cy="57290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1" name="図 20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B4C2C151-75AB-B86F-13B4-956F6C0D8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8424" y="-193095"/>
              <a:ext cx="1785938" cy="3176588"/>
            </a:xfrm>
            <a:prstGeom prst="rect">
              <a:avLst/>
            </a:prstGeom>
          </p:spPr>
        </p:pic>
        <p:pic>
          <p:nvPicPr>
            <p:cNvPr id="24" name="図 23" descr="グラフィカル ユーザー インターフェイス, アプリケーション, Teams&#10;&#10;自動的に生成された説明">
              <a:extLst>
                <a:ext uri="{FF2B5EF4-FFF2-40B4-BE49-F238E27FC236}">
                  <a16:creationId xmlns:a16="http://schemas.microsoft.com/office/drawing/2014/main" id="{1075FF4A-8307-A60E-744F-717C9ED18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2"/>
            <a:stretch/>
          </p:blipFill>
          <p:spPr>
            <a:xfrm>
              <a:off x="11458424" y="2673549"/>
              <a:ext cx="1785938" cy="2862383"/>
            </a:xfrm>
            <a:prstGeom prst="rect">
              <a:avLst/>
            </a:prstGeom>
          </p:spPr>
        </p:pic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DB66EA9-F4CE-C9D2-FB2B-48DE9902094A}"/>
              </a:ext>
            </a:extLst>
          </p:cNvPr>
          <p:cNvGrpSpPr/>
          <p:nvPr/>
        </p:nvGrpSpPr>
        <p:grpSpPr>
          <a:xfrm>
            <a:off x="4807565" y="1730072"/>
            <a:ext cx="1785938" cy="5008079"/>
            <a:chOff x="11458424" y="-193095"/>
            <a:chExt cx="1785938" cy="57290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図 4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1E5E7EFC-249F-D64C-852E-B44AACEBE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8424" y="-193095"/>
              <a:ext cx="1785938" cy="3176588"/>
            </a:xfrm>
            <a:prstGeom prst="rect">
              <a:avLst/>
            </a:prstGeom>
          </p:spPr>
        </p:pic>
        <p:pic>
          <p:nvPicPr>
            <p:cNvPr id="9" name="図 8" descr="グラフィカル ユーザー インターフェイス, アプリケーション, Teams&#10;&#10;自動的に生成された説明">
              <a:extLst>
                <a:ext uri="{FF2B5EF4-FFF2-40B4-BE49-F238E27FC236}">
                  <a16:creationId xmlns:a16="http://schemas.microsoft.com/office/drawing/2014/main" id="{004D550B-F1C5-4D9D-A066-75208E93D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2"/>
            <a:stretch/>
          </p:blipFill>
          <p:spPr>
            <a:xfrm>
              <a:off x="11458424" y="2673549"/>
              <a:ext cx="1785938" cy="2862383"/>
            </a:xfrm>
            <a:prstGeom prst="rect">
              <a:avLst/>
            </a:prstGeom>
          </p:spPr>
        </p:pic>
      </p:grpSp>
      <p:pic>
        <p:nvPicPr>
          <p:cNvPr id="36" name="図 35" descr="グラフィカル ユーザー インターフェイス, アプリケーション, Word&#10;&#10;自動的に生成された説明">
            <a:extLst>
              <a:ext uri="{FF2B5EF4-FFF2-40B4-BE49-F238E27FC236}">
                <a16:creationId xmlns:a16="http://schemas.microsoft.com/office/drawing/2014/main" id="{86A0DB38-B6FF-5729-9888-59B6443D4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172" y="2520546"/>
            <a:ext cx="1785938" cy="317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AD84AB-1EBA-FC91-FCEE-4C56E6AF85B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423150-DBDF-8298-BC04-D6A01E44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dirty="0"/>
              <a:t>スマートフォンでの操作方法③</a:t>
            </a:r>
            <a:r>
              <a:rPr kumimoji="1" lang="en-US" altLang="ja-JP" sz="2400" dirty="0"/>
              <a:t>(BJT)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2C63BB-DC02-975F-76A2-79C0EDDF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CF4DED-D2F9-9FA8-2A7E-85248AB33165}"/>
              </a:ext>
            </a:extLst>
          </p:cNvPr>
          <p:cNvSpPr txBox="1"/>
          <p:nvPr/>
        </p:nvSpPr>
        <p:spPr>
          <a:xfrm>
            <a:off x="279890" y="1172644"/>
            <a:ext cx="176142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必要事項を入力します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0EAA984F-4007-A97F-DEFF-1737AC836560}"/>
              </a:ext>
            </a:extLst>
          </p:cNvPr>
          <p:cNvSpPr/>
          <p:nvPr/>
        </p:nvSpPr>
        <p:spPr>
          <a:xfrm rot="5400000">
            <a:off x="4353109" y="3929872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4221DF-FFD3-E28A-E838-A83936CFCF18}"/>
              </a:ext>
            </a:extLst>
          </p:cNvPr>
          <p:cNvSpPr txBox="1"/>
          <p:nvPr/>
        </p:nvSpPr>
        <p:spPr>
          <a:xfrm>
            <a:off x="4789236" y="1172644"/>
            <a:ext cx="178593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入力後、「承認ステップへ進む」をタップします</a:t>
            </a:r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555495FD-E7E9-6ECC-6D24-45DB1F9B0080}"/>
              </a:ext>
            </a:extLst>
          </p:cNvPr>
          <p:cNvSpPr/>
          <p:nvPr/>
        </p:nvSpPr>
        <p:spPr>
          <a:xfrm rot="5400000">
            <a:off x="6501764" y="3929872"/>
            <a:ext cx="604686" cy="187244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25400" cap="rnd">
            <a:solidFill>
              <a:schemeClr val="accent1">
                <a:lumMod val="75000"/>
              </a:schemeClr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28294D3-3599-3FB4-669B-0F20C2B308B7}"/>
              </a:ext>
            </a:extLst>
          </p:cNvPr>
          <p:cNvSpPr txBox="1"/>
          <p:nvPr/>
        </p:nvSpPr>
        <p:spPr>
          <a:xfrm>
            <a:off x="7033041" y="1172644"/>
            <a:ext cx="187731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7.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承認ステップを確認して、「申請」をタップします</a:t>
            </a:r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3B2C0598-7495-7FC4-3C45-7A878156C720}"/>
              </a:ext>
            </a:extLst>
          </p:cNvPr>
          <p:cNvSpPr/>
          <p:nvPr/>
        </p:nvSpPr>
        <p:spPr>
          <a:xfrm>
            <a:off x="8319804" y="5414580"/>
            <a:ext cx="429994" cy="284380"/>
          </a:xfrm>
          <a:prstGeom prst="ellipse">
            <a:avLst/>
          </a:prstGeom>
          <a:noFill/>
          <a:ln w="28575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B5D6CE2A-449B-7ECE-A733-247CFF55EEE8}"/>
              </a:ext>
            </a:extLst>
          </p:cNvPr>
          <p:cNvSpPr txBox="1">
            <a:spLocks/>
          </p:cNvSpPr>
          <p:nvPr/>
        </p:nvSpPr>
        <p:spPr>
          <a:xfrm>
            <a:off x="8268344" y="6497103"/>
            <a:ext cx="742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50" kern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AEFF64-B9BB-4FAF-9A06-386313EB5484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8BA7B7-8260-8081-887D-E39A059EE22E}"/>
              </a:ext>
            </a:extLst>
          </p:cNvPr>
          <p:cNvSpPr txBox="1"/>
          <p:nvPr/>
        </p:nvSpPr>
        <p:spPr>
          <a:xfrm>
            <a:off x="6779657" y="6094254"/>
            <a:ext cx="231684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19829C88-B704-48D2-8B76-E22BA3F7F2C9}"/>
              </a:ext>
            </a:extLst>
          </p:cNvPr>
          <p:cNvSpPr/>
          <p:nvPr/>
        </p:nvSpPr>
        <p:spPr>
          <a:xfrm>
            <a:off x="5564777" y="6453118"/>
            <a:ext cx="983138" cy="293236"/>
          </a:xfrm>
          <a:prstGeom prst="ellipse">
            <a:avLst/>
          </a:prstGeom>
          <a:noFill/>
          <a:ln w="28575" cap="rnd">
            <a:solidFill>
              <a:srgbClr val="FF000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4083"/>
            <a:endParaRPr kumimoji="1" lang="ja-JP" altLang="en-US" sz="1662" dirty="0">
              <a:solidFill>
                <a:srgbClr val="000000"/>
              </a:solidFill>
              <a:latin typeface="Yu Gothic UI"/>
              <a:ea typeface="Yu Gothic UI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5B9063-D725-247A-95BE-6080B2C622F9}"/>
              </a:ext>
            </a:extLst>
          </p:cNvPr>
          <p:cNvSpPr txBox="1"/>
          <p:nvPr/>
        </p:nvSpPr>
        <p:spPr>
          <a:xfrm>
            <a:off x="2466705" y="1950522"/>
            <a:ext cx="1886882" cy="46166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★入力項目★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は必須項目です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・資格名称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BJT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・受験年月日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・スコア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・レベル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 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J1+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J1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J2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J3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J4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J5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J6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のいずれかを入力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・ファイル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成績証明書の</a:t>
            </a:r>
            <a:r>
              <a:rPr kumimoji="1"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を添付してください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6A4BFCA-35BB-FE51-B00C-48468862B88E}"/>
              </a:ext>
            </a:extLst>
          </p:cNvPr>
          <p:cNvCxnSpPr>
            <a:cxnSpLocks/>
          </p:cNvCxnSpPr>
          <p:nvPr/>
        </p:nvCxnSpPr>
        <p:spPr>
          <a:xfrm flipV="1">
            <a:off x="940130" y="2596205"/>
            <a:ext cx="1480987" cy="351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D56A8F2-B80D-282A-CFBF-603B6DE112B9}"/>
              </a:ext>
            </a:extLst>
          </p:cNvPr>
          <p:cNvCxnSpPr>
            <a:cxnSpLocks/>
          </p:cNvCxnSpPr>
          <p:nvPr/>
        </p:nvCxnSpPr>
        <p:spPr>
          <a:xfrm flipV="1">
            <a:off x="982273" y="3037565"/>
            <a:ext cx="1468389" cy="27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E25E92A-F773-6B83-EC9D-C1217321042C}"/>
              </a:ext>
            </a:extLst>
          </p:cNvPr>
          <p:cNvCxnSpPr>
            <a:cxnSpLocks/>
          </p:cNvCxnSpPr>
          <p:nvPr/>
        </p:nvCxnSpPr>
        <p:spPr>
          <a:xfrm flipV="1">
            <a:off x="958701" y="3405462"/>
            <a:ext cx="1508004" cy="389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C35F3CC-4287-6D83-BC4C-7DA635E76A84}"/>
              </a:ext>
            </a:extLst>
          </p:cNvPr>
          <p:cNvCxnSpPr>
            <a:cxnSpLocks/>
          </p:cNvCxnSpPr>
          <p:nvPr/>
        </p:nvCxnSpPr>
        <p:spPr>
          <a:xfrm flipV="1">
            <a:off x="1001761" y="3884752"/>
            <a:ext cx="1419356" cy="352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E7D30C23-D927-2F6E-17D6-0C919AD15731}"/>
              </a:ext>
            </a:extLst>
          </p:cNvPr>
          <p:cNvCxnSpPr>
            <a:cxnSpLocks/>
          </p:cNvCxnSpPr>
          <p:nvPr/>
        </p:nvCxnSpPr>
        <p:spPr>
          <a:xfrm flipV="1">
            <a:off x="1001761" y="4558870"/>
            <a:ext cx="1448901" cy="12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7E3A83CD-03C6-0F95-21FE-ED64BADC7FE3}"/>
              </a:ext>
            </a:extLst>
          </p:cNvPr>
          <p:cNvCxnSpPr>
            <a:cxnSpLocks/>
          </p:cNvCxnSpPr>
          <p:nvPr/>
        </p:nvCxnSpPr>
        <p:spPr>
          <a:xfrm flipV="1">
            <a:off x="1001761" y="5015895"/>
            <a:ext cx="1448901" cy="16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ACCB0F5E-47FE-0104-76EA-448BBE9B7144}"/>
              </a:ext>
            </a:extLst>
          </p:cNvPr>
          <p:cNvCxnSpPr>
            <a:cxnSpLocks/>
          </p:cNvCxnSpPr>
          <p:nvPr/>
        </p:nvCxnSpPr>
        <p:spPr>
          <a:xfrm flipV="1">
            <a:off x="1001761" y="5487062"/>
            <a:ext cx="1419356" cy="9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57751C32-3245-A16D-E5E6-482A140E173D}"/>
              </a:ext>
            </a:extLst>
          </p:cNvPr>
          <p:cNvCxnSpPr>
            <a:cxnSpLocks/>
          </p:cNvCxnSpPr>
          <p:nvPr/>
        </p:nvCxnSpPr>
        <p:spPr>
          <a:xfrm flipV="1">
            <a:off x="870857" y="5968892"/>
            <a:ext cx="1550260" cy="49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図 6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6A91469F-92DA-00CF-B6C3-53AD90657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85"/>
          <a:stretch/>
        </p:blipFill>
        <p:spPr>
          <a:xfrm>
            <a:off x="7078172" y="2520546"/>
            <a:ext cx="1785938" cy="3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2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EF7B-E3AA-313A-706F-CC19C012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00390B-8ED0-C43F-F223-9B8BEB49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23269D-51D6-9F60-72BE-75AE43B4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58AB9D37-6D77-7EDE-FAF8-CA9F84AA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JLPT/BJT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の成績登録方法</a:t>
            </a:r>
            <a:b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編</a:t>
            </a:r>
          </a:p>
        </p:txBody>
      </p:sp>
    </p:spTree>
    <p:extLst>
      <p:ext uri="{BB962C8B-B14F-4D97-AF65-F5344CB8AC3E}">
        <p14:creationId xmlns:p14="http://schemas.microsoft.com/office/powerpoint/2010/main" val="350416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00B3E-F820-9E42-1210-D69DBC3A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702158-5632-0FD8-9AA8-2CEF38837A8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0B4EE69-5F7B-59C8-0782-D9FA63CD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PC</a:t>
            </a:r>
            <a:r>
              <a:rPr lang="ja-JP" altLang="en-US" sz="2400" dirty="0"/>
              <a:t>での操作方法①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BA9D29-F3B4-29DA-2B12-87B8DF02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5C8082-3232-E96E-C500-6EAA4E65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683027-6E21-6714-9B31-60A16BA9E034}"/>
              </a:ext>
            </a:extLst>
          </p:cNvPr>
          <p:cNvSpPr txBox="1"/>
          <p:nvPr/>
        </p:nvSpPr>
        <p:spPr>
          <a:xfrm>
            <a:off x="5304877" y="1747870"/>
            <a:ext cx="3252438" cy="2677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★カオナビにログインします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URL</a:t>
            </a: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hlinkClick r:id="rId2"/>
              </a:rPr>
              <a:t>https://service.kaonavi.jp/login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ID</a:t>
            </a: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zhimingsoft.com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のメールアドレス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パスワード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ご自身で設定したパスワード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パスワードを忘れた場合は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「パスワードを忘れた方はこちら」からパスワードの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再発行ができます。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774B5B6-8BE5-4F01-3C20-4D9A6A76C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747870"/>
            <a:ext cx="3841820" cy="4209654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45B887-CAD6-47C4-844A-327E7A5B8EB5}"/>
              </a:ext>
            </a:extLst>
          </p:cNvPr>
          <p:cNvSpPr txBox="1"/>
          <p:nvPr/>
        </p:nvSpPr>
        <p:spPr>
          <a:xfrm>
            <a:off x="399502" y="1501694"/>
            <a:ext cx="325243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★ワークフローの起票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0F7DB9-2715-4805-0815-FAE014D8A058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072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79D8-5E5A-08ED-AE0B-E5ABBA5A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381D15-B7ED-A764-B390-A98E589BA1B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DEC1017-D3C8-7CF2-8A23-32E3BE7E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PC</a:t>
            </a:r>
            <a:r>
              <a:rPr lang="ja-JP" altLang="en-US" sz="2400" dirty="0"/>
              <a:t>での操作方法②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AC95A1-F594-E34D-8A41-1B8CA5D5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CCD8B23-2DD2-989E-DE65-3CA8812B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ECDB59D-1156-D1FC-916F-10820A71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3123"/>
            <a:ext cx="9144000" cy="2191754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60B18441-2EF1-8974-BFF8-FBEC9366197B}"/>
              </a:ext>
            </a:extLst>
          </p:cNvPr>
          <p:cNvSpPr/>
          <p:nvPr/>
        </p:nvSpPr>
        <p:spPr>
          <a:xfrm>
            <a:off x="6303481" y="3070165"/>
            <a:ext cx="2707813" cy="433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7BBC6D8-95E6-4CC9-A957-43BBD8E6EB95}"/>
              </a:ext>
            </a:extLst>
          </p:cNvPr>
          <p:cNvSpPr txBox="1"/>
          <p:nvPr/>
        </p:nvSpPr>
        <p:spPr>
          <a:xfrm>
            <a:off x="399502" y="1501694"/>
            <a:ext cx="325243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★ワークフローの起票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5B2047-AF4B-E3DF-ABF4-674951A60D2E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20FC78-7D45-F071-FF40-D935B1A4A9DD}"/>
              </a:ext>
            </a:extLst>
          </p:cNvPr>
          <p:cNvSpPr txBox="1"/>
          <p:nvPr/>
        </p:nvSpPr>
        <p:spPr>
          <a:xfrm>
            <a:off x="2231511" y="2021088"/>
            <a:ext cx="224856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「メニュー」をクリックし、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「ワークフロー」をクリックします。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4C930F9-9E73-EBD2-4AE2-F2FA48464E62}"/>
              </a:ext>
            </a:extLst>
          </p:cNvPr>
          <p:cNvSpPr/>
          <p:nvPr/>
        </p:nvSpPr>
        <p:spPr>
          <a:xfrm>
            <a:off x="1333968" y="2269387"/>
            <a:ext cx="1001817" cy="6992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11B5513-28C2-B436-4C29-35755C727A06}"/>
              </a:ext>
            </a:extLst>
          </p:cNvPr>
          <p:cNvCxnSpPr>
            <a:cxnSpLocks/>
          </p:cNvCxnSpPr>
          <p:nvPr/>
        </p:nvCxnSpPr>
        <p:spPr>
          <a:xfrm>
            <a:off x="2335785" y="2799710"/>
            <a:ext cx="3967696" cy="3288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17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FC54-2700-0567-7C34-A2705857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E91140-BC42-CD44-70AB-4E58DCFD56B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3CEC44E-7204-C563-D90D-4D61A4F3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PC</a:t>
            </a:r>
            <a:r>
              <a:rPr lang="ja-JP" altLang="en-US" sz="2400" dirty="0"/>
              <a:t>での操作方法③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6C1D44-3803-158E-D007-B69F620C3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F5EEBD-E30C-6E1B-ADE9-5AFAE78F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D841909-57C0-5362-2C60-DF4D00F87120}"/>
              </a:ext>
            </a:extLst>
          </p:cNvPr>
          <p:cNvSpPr txBox="1"/>
          <p:nvPr/>
        </p:nvSpPr>
        <p:spPr>
          <a:xfrm>
            <a:off x="399502" y="1501694"/>
            <a:ext cx="325243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★ワークフローの起票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DC55-F026-7769-70E7-B070638B651E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AEF8950B-EE1B-2EE0-A5BD-45690FA8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84" y="1514545"/>
            <a:ext cx="3783382" cy="5003228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43108F81-533D-14D0-46D6-9C7E867CAE5D}"/>
              </a:ext>
            </a:extLst>
          </p:cNvPr>
          <p:cNvSpPr/>
          <p:nvPr/>
        </p:nvSpPr>
        <p:spPr>
          <a:xfrm>
            <a:off x="2017258" y="2311381"/>
            <a:ext cx="1222331" cy="433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D396E21-5F2F-4813-BF67-BC994DCE26C3}"/>
              </a:ext>
            </a:extLst>
          </p:cNvPr>
          <p:cNvCxnSpPr>
            <a:cxnSpLocks/>
          </p:cNvCxnSpPr>
          <p:nvPr/>
        </p:nvCxnSpPr>
        <p:spPr>
          <a:xfrm flipV="1">
            <a:off x="3298372" y="2413176"/>
            <a:ext cx="348342" cy="1132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B0FDE1-5C74-4CB0-B404-9CDC4425475D}"/>
              </a:ext>
            </a:extLst>
          </p:cNvPr>
          <p:cNvSpPr txBox="1"/>
          <p:nvPr/>
        </p:nvSpPr>
        <p:spPr>
          <a:xfrm>
            <a:off x="1063492" y="2757800"/>
            <a:ext cx="2248567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「申請フォーム一覧」をクリックし、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JLPT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受験報告」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または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BJT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受験報告」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をくりっくします。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175A760-99C0-029B-C2C5-DB3D5C5E1937}"/>
              </a:ext>
            </a:extLst>
          </p:cNvPr>
          <p:cNvSpPr/>
          <p:nvPr/>
        </p:nvSpPr>
        <p:spPr>
          <a:xfrm>
            <a:off x="3651941" y="2311381"/>
            <a:ext cx="2722734" cy="766236"/>
          </a:xfrm>
          <a:prstGeom prst="roundRect">
            <a:avLst>
              <a:gd name="adj" fmla="val 272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25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F49B-FE03-A513-28FF-9DB05E40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956FF57C-2803-E6A7-FED3-85B8DFE1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5" y="1785460"/>
            <a:ext cx="7617041" cy="4732313"/>
          </a:xfrm>
          <a:prstGeom prst="rect">
            <a:avLst/>
          </a:prstGeom>
        </p:spPr>
      </p:pic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12A17B-A99D-7653-B280-119F43DC17A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2AE6F51-6710-931D-611C-F360D6E1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PC</a:t>
            </a:r>
            <a:r>
              <a:rPr lang="ja-JP" altLang="en-US" sz="2400" dirty="0"/>
              <a:t>での操作方法④</a:t>
            </a:r>
            <a:r>
              <a:rPr lang="en-US" altLang="ja-JP" sz="2400" dirty="0"/>
              <a:t>(JLPT)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7C593F-243A-311E-CCE8-0EEA464E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6BE828-9FA3-E204-3054-1123F660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D5699D-5D5F-6242-AD7E-33A3A5D70647}"/>
              </a:ext>
            </a:extLst>
          </p:cNvPr>
          <p:cNvSpPr txBox="1"/>
          <p:nvPr/>
        </p:nvSpPr>
        <p:spPr>
          <a:xfrm>
            <a:off x="399502" y="1501694"/>
            <a:ext cx="325243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★ワークフローの起票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AC9ADF6-8753-E1BB-7BE2-9D5C59F43EF0}"/>
              </a:ext>
            </a:extLst>
          </p:cNvPr>
          <p:cNvCxnSpPr>
            <a:cxnSpLocks/>
          </p:cNvCxnSpPr>
          <p:nvPr/>
        </p:nvCxnSpPr>
        <p:spPr>
          <a:xfrm>
            <a:off x="3246999" y="5241603"/>
            <a:ext cx="1133731" cy="7674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2A76114-AABD-7020-54F9-F6A115B51F45}"/>
              </a:ext>
            </a:extLst>
          </p:cNvPr>
          <p:cNvSpPr txBox="1"/>
          <p:nvPr/>
        </p:nvSpPr>
        <p:spPr>
          <a:xfrm>
            <a:off x="6135955" y="6091093"/>
            <a:ext cx="75437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完了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4A5413F-AEE2-D6EC-054A-B4A2A2D0D366}"/>
              </a:ext>
            </a:extLst>
          </p:cNvPr>
          <p:cNvCxnSpPr>
            <a:cxnSpLocks/>
          </p:cNvCxnSpPr>
          <p:nvPr/>
        </p:nvCxnSpPr>
        <p:spPr>
          <a:xfrm>
            <a:off x="5601518" y="6275759"/>
            <a:ext cx="33958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2A402C-30B1-03C6-D8E9-5A882BA69CC6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1A14C3A-6E97-206C-50A1-01EAA3AADCA2}"/>
              </a:ext>
            </a:extLst>
          </p:cNvPr>
          <p:cNvSpPr txBox="1"/>
          <p:nvPr/>
        </p:nvSpPr>
        <p:spPr>
          <a:xfrm>
            <a:off x="2577961" y="2158764"/>
            <a:ext cx="247180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必要事項を入力し、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「この内容で申請」をクリックします。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5B8AE9B5-8320-B996-5065-DDA56EF0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20" y="6112548"/>
            <a:ext cx="927041" cy="326423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049D3F47-76E3-7845-5548-9C5CC348DD8B}"/>
              </a:ext>
            </a:extLst>
          </p:cNvPr>
          <p:cNvSpPr/>
          <p:nvPr/>
        </p:nvSpPr>
        <p:spPr>
          <a:xfrm>
            <a:off x="4470892" y="6058975"/>
            <a:ext cx="954892" cy="433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CE47E50-C29E-D8FA-9814-163CA57A5F62}"/>
              </a:ext>
            </a:extLst>
          </p:cNvPr>
          <p:cNvSpPr/>
          <p:nvPr/>
        </p:nvSpPr>
        <p:spPr>
          <a:xfrm>
            <a:off x="412554" y="3282692"/>
            <a:ext cx="2722734" cy="3121080"/>
          </a:xfrm>
          <a:prstGeom prst="roundRect">
            <a:avLst>
              <a:gd name="adj" fmla="val 272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36B8C7C-A69F-63E3-567A-E525391E632C}"/>
              </a:ext>
            </a:extLst>
          </p:cNvPr>
          <p:cNvSpPr txBox="1"/>
          <p:nvPr/>
        </p:nvSpPr>
        <p:spPr>
          <a:xfrm>
            <a:off x="4445959" y="2746209"/>
            <a:ext cx="3147916" cy="31624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★入力項目★　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は必須項目です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・本番・模擬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→「本試験」、「模擬試験」から選択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・資格名称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N1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N2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」、「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N3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」から選択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・受験年月日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・合否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→「合格」、「不合格」から選択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・成績計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・言語知識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・ファイル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成績証明書の</a:t>
            </a:r>
            <a:r>
              <a:rPr kumimoji="1"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を添付してください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181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62B7-03DD-013E-0AFA-F53B12F4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>
            <a:extLst>
              <a:ext uri="{FF2B5EF4-FFF2-40B4-BE49-F238E27FC236}">
                <a16:creationId xmlns:a16="http://schemas.microsoft.com/office/drawing/2014/main" id="{B5A9104A-3983-39AF-9282-2C2127301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61" y="2015854"/>
            <a:ext cx="7173157" cy="4421224"/>
          </a:xfrm>
          <a:prstGeom prst="rect">
            <a:avLst/>
          </a:prstGeom>
        </p:spPr>
      </p:pic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C696CD-C78D-79E7-1A26-5E62CD1FDCF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400" dirty="0"/>
              <a:t>JLPT/BJT</a:t>
            </a:r>
            <a:r>
              <a:rPr lang="ja-JP" altLang="en-US" sz="1400" dirty="0"/>
              <a:t>の成績登録方法（ワークフローの利用）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3EA2D3B-C902-591A-08F4-86BBBE8A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PC</a:t>
            </a:r>
            <a:r>
              <a:rPr lang="ja-JP" altLang="en-US" sz="2400" dirty="0"/>
              <a:t>での操作方法⑤</a:t>
            </a:r>
            <a:r>
              <a:rPr lang="en-US" altLang="ja-JP" sz="2400" dirty="0"/>
              <a:t>(BJT)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F49E794-6015-4E33-9F44-3160E87C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Copyright©Zhiming Software Japan, Ltd. All rights reserved.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91D708-0A1A-D48E-4826-ED0F28AE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FF64-B9BB-4FAF-9A06-386313EB5484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CCF4A4C-70FA-2A5D-7283-8A64DCD08892}"/>
              </a:ext>
            </a:extLst>
          </p:cNvPr>
          <p:cNvSpPr txBox="1"/>
          <p:nvPr/>
        </p:nvSpPr>
        <p:spPr>
          <a:xfrm>
            <a:off x="399502" y="1501694"/>
            <a:ext cx="325243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★ワークフローの起票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8BD1F0-0699-39D8-00F8-D969CB9252FF}"/>
              </a:ext>
            </a:extLst>
          </p:cNvPr>
          <p:cNvSpPr txBox="1"/>
          <p:nvPr/>
        </p:nvSpPr>
        <p:spPr>
          <a:xfrm>
            <a:off x="6130462" y="6097302"/>
            <a:ext cx="75437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完了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DC31A26-C083-4189-D743-886A17E1893F}"/>
              </a:ext>
            </a:extLst>
          </p:cNvPr>
          <p:cNvCxnSpPr>
            <a:cxnSpLocks/>
          </p:cNvCxnSpPr>
          <p:nvPr/>
        </p:nvCxnSpPr>
        <p:spPr>
          <a:xfrm>
            <a:off x="5598771" y="6281968"/>
            <a:ext cx="33958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91DE66-F779-FDE3-C82B-FC2CE75F2855}"/>
              </a:ext>
            </a:extLst>
          </p:cNvPr>
          <p:cNvSpPr txBox="1"/>
          <p:nvPr/>
        </p:nvSpPr>
        <p:spPr>
          <a:xfrm>
            <a:off x="299203" y="6394663"/>
            <a:ext cx="427279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こちらの画面は開発中の画面のため、一部変更となっている場合がございます。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B49C649-6049-690A-6745-487D7578249A}"/>
              </a:ext>
            </a:extLst>
          </p:cNvPr>
          <p:cNvSpPr txBox="1"/>
          <p:nvPr/>
        </p:nvSpPr>
        <p:spPr>
          <a:xfrm>
            <a:off x="2577961" y="2158764"/>
            <a:ext cx="247180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必要事項を入力し、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「この内容で申請」をクリックします。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5DBEBC11-0722-5257-E1EF-2FB3922B0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20" y="6118757"/>
            <a:ext cx="927041" cy="326423"/>
          </a:xfrm>
          <a:prstGeom prst="rect">
            <a:avLst/>
          </a:prstGeom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D096C36A-C95A-B942-06A0-9D59B0AC538B}"/>
              </a:ext>
            </a:extLst>
          </p:cNvPr>
          <p:cNvSpPr/>
          <p:nvPr/>
        </p:nvSpPr>
        <p:spPr>
          <a:xfrm>
            <a:off x="4479620" y="6067843"/>
            <a:ext cx="954892" cy="433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8CAD435-D99A-7727-3AC1-279E52A94B32}"/>
              </a:ext>
            </a:extLst>
          </p:cNvPr>
          <p:cNvSpPr/>
          <p:nvPr/>
        </p:nvSpPr>
        <p:spPr>
          <a:xfrm>
            <a:off x="412554" y="3429000"/>
            <a:ext cx="2722734" cy="2974772"/>
          </a:xfrm>
          <a:prstGeom prst="roundRect">
            <a:avLst>
              <a:gd name="adj" fmla="val 272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8D9650E-3DA9-C460-014A-591CF733328E}"/>
              </a:ext>
            </a:extLst>
          </p:cNvPr>
          <p:cNvCxnSpPr>
            <a:cxnSpLocks/>
          </p:cNvCxnSpPr>
          <p:nvPr/>
        </p:nvCxnSpPr>
        <p:spPr>
          <a:xfrm>
            <a:off x="3246999" y="5241603"/>
            <a:ext cx="1133731" cy="7674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96A3020-C99F-2304-C8E9-FEEDCFD55B4B}"/>
              </a:ext>
            </a:extLst>
          </p:cNvPr>
          <p:cNvSpPr txBox="1"/>
          <p:nvPr/>
        </p:nvSpPr>
        <p:spPr>
          <a:xfrm>
            <a:off x="4479620" y="3024798"/>
            <a:ext cx="3777341" cy="28392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★入力項目★　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は必須項目です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・資格名称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BJT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を選択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・受験年月日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・スコア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・レベル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 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J1+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J1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J2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J3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J4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J5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J6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のいずれかを入力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・聴読解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・読解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→数値のみ入力</a:t>
            </a:r>
            <a:endParaRPr kumimoji="1" lang="en-US" altLang="ja-JP" sz="10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・ファイル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*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成績証明書の</a:t>
            </a:r>
            <a:r>
              <a:rPr kumimoji="1"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0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を添付してください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3876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E57C4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ユーザー定義 3">
      <a:majorFont>
        <a:latin typeface="Calibri"/>
        <a:ea typeface="游ゴシック Medium"/>
        <a:cs typeface=""/>
      </a:majorFont>
      <a:minorFont>
        <a:latin typeface="Calibri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20136</TotalTime>
  <Words>1144</Words>
  <Application>Microsoft Office PowerPoint</Application>
  <PresentationFormat>画面に合わせる (4:3)</PresentationFormat>
  <Paragraphs>186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Meiryo UI</vt:lpstr>
      <vt:lpstr>Yu Gothic UI</vt:lpstr>
      <vt:lpstr>游ゴシック</vt:lpstr>
      <vt:lpstr>游ゴシック Medium</vt:lpstr>
      <vt:lpstr>Arial</vt:lpstr>
      <vt:lpstr>Calibri</vt:lpstr>
      <vt:lpstr>Tw Cen MT</vt:lpstr>
      <vt:lpstr>Office テーマ</vt:lpstr>
      <vt:lpstr>JLPT/BJTの成績登録方法 スマートフォン編</vt:lpstr>
      <vt:lpstr>スマートフォンでの操作方法①</vt:lpstr>
      <vt:lpstr>スマートフォンでの操作方法②(JLPT)</vt:lpstr>
      <vt:lpstr>スマートフォンでの操作方法③(BJT)</vt:lpstr>
      <vt:lpstr>JLPT/BJTの成績登録方法 PC編</vt:lpstr>
      <vt:lpstr>PCでの操作方法①</vt:lpstr>
      <vt:lpstr>PCでの操作方法②</vt:lpstr>
      <vt:lpstr>PCでの操作方法③</vt:lpstr>
      <vt:lpstr>PCでの操作方法④(JLPT)</vt:lpstr>
      <vt:lpstr>PCでの操作方法⑤(BJT)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有理 加賀</dc:creator>
  <cp:lastModifiedBy>内藤 誠</cp:lastModifiedBy>
  <cp:revision>454</cp:revision>
  <cp:lastPrinted>2024-08-23T04:13:46Z</cp:lastPrinted>
  <dcterms:created xsi:type="dcterms:W3CDTF">2023-10-22T04:31:50Z</dcterms:created>
  <dcterms:modified xsi:type="dcterms:W3CDTF">2025-01-21T00:56:42Z</dcterms:modified>
</cp:coreProperties>
</file>